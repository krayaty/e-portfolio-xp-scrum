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0" r:id="rId1"/>
  </p:sldMasterIdLst>
  <p:notesMasterIdLst>
    <p:notesMasterId r:id="rId25"/>
  </p:notesMasterIdLst>
  <p:sldIdLst>
    <p:sldId id="256" r:id="rId2"/>
    <p:sldId id="257" r:id="rId3"/>
    <p:sldId id="258" r:id="rId4"/>
    <p:sldId id="268" r:id="rId5"/>
    <p:sldId id="269" r:id="rId6"/>
    <p:sldId id="261" r:id="rId7"/>
    <p:sldId id="262" r:id="rId8"/>
    <p:sldId id="275" r:id="rId9"/>
    <p:sldId id="263" r:id="rId10"/>
    <p:sldId id="276" r:id="rId11"/>
    <p:sldId id="270" r:id="rId12"/>
    <p:sldId id="277" r:id="rId13"/>
    <p:sldId id="271" r:id="rId14"/>
    <p:sldId id="274" r:id="rId15"/>
    <p:sldId id="272" r:id="rId16"/>
    <p:sldId id="278" r:id="rId17"/>
    <p:sldId id="260" r:id="rId18"/>
    <p:sldId id="279" r:id="rId19"/>
    <p:sldId id="280" r:id="rId20"/>
    <p:sldId id="273" r:id="rId21"/>
    <p:sldId id="281" r:id="rId22"/>
    <p:sldId id="282" r:id="rId23"/>
    <p:sldId id="265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2" userDrawn="1">
          <p15:clr>
            <a:srgbClr val="A4A3A4"/>
          </p15:clr>
        </p15:guide>
        <p15:guide id="2" pos="57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2" pos="4717" userDrawn="1">
          <p15:clr>
            <a:srgbClr val="A4A3A4"/>
          </p15:clr>
        </p15:guide>
        <p15:guide id="3" orient="horz" pos="286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10"/>
    <a:srgbClr val="005493"/>
    <a:srgbClr val="429DFE"/>
    <a:srgbClr val="2D5AEC"/>
    <a:srgbClr val="244ABC"/>
    <a:srgbClr val="3365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88"/>
    <p:restoredTop sz="96327"/>
  </p:normalViewPr>
  <p:slideViewPr>
    <p:cSldViewPr snapToGrid="0" snapToObjects="1" showGuides="1">
      <p:cViewPr>
        <p:scale>
          <a:sx n="130" d="100"/>
          <a:sy n="130" d="100"/>
        </p:scale>
        <p:origin x="2312" y="200"/>
      </p:cViewPr>
      <p:guideLst>
        <p:guide orient="horz" pos="4292"/>
        <p:guide pos="573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>
        <p:scale>
          <a:sx n="141" d="100"/>
          <a:sy n="141" d="100"/>
        </p:scale>
        <p:origin x="3792" y="-1040"/>
      </p:cViewPr>
      <p:guideLst>
        <p:guide pos="4717"/>
        <p:guide orient="horz" pos="286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E352A-7D20-8B43-87E5-0D9E60B473DC}" type="datetimeFigureOut">
              <a:rPr lang="de-DE" smtClean="0"/>
              <a:t>30.10.20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3A6EB-25FE-4B43-9730-D8E4E73B66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314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715000" cy="3600450"/>
          </a:xfrm>
        </p:spPr>
        <p:txBody>
          <a:bodyPr/>
          <a:lstStyle/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5651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lnSpc>
                <a:spcPts val="27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de-DE" sz="16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529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458788"/>
            <a:ext cx="41148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3972719"/>
            <a:ext cx="5486400" cy="4284663"/>
          </a:xfrm>
        </p:spPr>
        <p:txBody>
          <a:bodyPr/>
          <a:lstStyle/>
          <a:p>
            <a:pPr marL="171450" indent="-171450">
              <a:lnSpc>
                <a:spcPts val="2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22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328453" y="707137"/>
            <a:ext cx="6201093" cy="7473696"/>
          </a:xfrm>
        </p:spPr>
        <p:txBody>
          <a:bodyPr/>
          <a:lstStyle/>
          <a:p>
            <a:pPr marL="285750" indent="-285750">
              <a:lnSpc>
                <a:spcPts val="2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DE"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489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5284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700"/>
              </a:lnSpc>
            </a:pPr>
            <a:endParaRPr lang="de-DE"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1958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955800" y="363538"/>
            <a:ext cx="2944813" cy="2208212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2662365"/>
            <a:ext cx="5486400" cy="6022848"/>
          </a:xfrm>
        </p:spPr>
        <p:txBody>
          <a:bodyPr/>
          <a:lstStyle/>
          <a:p>
            <a:pPr>
              <a:lnSpc>
                <a:spcPts val="2700"/>
              </a:lnSpc>
              <a:spcAft>
                <a:spcPts val="300"/>
              </a:spcAft>
            </a:pPr>
            <a:endParaRPr lang="de-DE"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9898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700"/>
              </a:lnSpc>
            </a:pPr>
            <a:endParaRPr lang="de-DE"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18558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708150" y="203200"/>
            <a:ext cx="3441700" cy="25812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368808" y="2916820"/>
            <a:ext cx="6120384" cy="6023980"/>
          </a:xfrm>
        </p:spPr>
        <p:txBody>
          <a:bodyPr/>
          <a:lstStyle/>
          <a:p>
            <a:pPr marL="285750" indent="-285750">
              <a:lnSpc>
                <a:spcPts val="27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DE"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5918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98679" y="4400550"/>
            <a:ext cx="5486400" cy="3600450"/>
          </a:xfrm>
        </p:spPr>
        <p:txBody>
          <a:bodyPr/>
          <a:lstStyle/>
          <a:p>
            <a:endParaRPr lang="de-DE"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77243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85738"/>
            <a:ext cx="41148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3578748"/>
            <a:ext cx="5486400" cy="4859196"/>
          </a:xfrm>
        </p:spPr>
        <p:txBody>
          <a:bodyPr/>
          <a:lstStyle/>
          <a:p>
            <a:pPr marL="285750" indent="-285750">
              <a:lnSpc>
                <a:spcPts val="27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DE"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0058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167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ts val="27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DE"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76413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19912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05321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700"/>
              </a:lnSpc>
            </a:pPr>
            <a:endParaRPr lang="de-DE"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21884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557213"/>
            <a:ext cx="41148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496824" y="3963225"/>
            <a:ext cx="5864352" cy="4951381"/>
          </a:xfrm>
        </p:spPr>
        <p:txBody>
          <a:bodyPr/>
          <a:lstStyle/>
          <a:p>
            <a:pPr marL="171450" indent="-171450">
              <a:lnSpc>
                <a:spcPts val="27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DE"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70051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ts val="27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DE"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37342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301625"/>
            <a:ext cx="41148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283464" y="3852673"/>
            <a:ext cx="6315456" cy="4736360"/>
          </a:xfrm>
        </p:spPr>
        <p:txBody>
          <a:bodyPr/>
          <a:lstStyle/>
          <a:p>
            <a:pPr marL="171450" indent="-171450">
              <a:lnSpc>
                <a:spcPts val="27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de-DE"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54460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93825" y="1143000"/>
            <a:ext cx="41148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2700"/>
              </a:lnSpc>
            </a:pPr>
            <a:endParaRPr lang="de-DE" sz="14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87738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02101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04473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A6EB-25FE-4B43-9730-D8E4E73B66CC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4040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710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8">
            <a:extLst>
              <a:ext uri="{FF2B5EF4-FFF2-40B4-BE49-F238E27FC236}">
                <a16:creationId xmlns:a16="http://schemas.microsoft.com/office/drawing/2014/main" id="{F51DBE37-A409-3143-8D6D-7F41631A3F9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066544" y="787400"/>
            <a:ext cx="677265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4A404D38-B90D-A948-93F1-12F0E91BB7D4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304800" y="6400800"/>
            <a:ext cx="853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7E3056C1-7BC3-CB4D-A212-99AF165B40E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4800" y="6511925"/>
            <a:ext cx="6248400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79507" tIns="3600" rIns="79507" bIns="3600">
            <a:spAutoFit/>
          </a:bodyPr>
          <a:lstStyle/>
          <a:p>
            <a:pPr defTabSz="795338" eaLnBrk="0" hangingPunct="0">
              <a:spcBef>
                <a:spcPct val="0"/>
              </a:spcBef>
              <a:buFontTx/>
              <a:buNone/>
              <a:defRPr/>
            </a:pPr>
            <a:r>
              <a:rPr lang="de-DE" sz="1400" dirty="0"/>
              <a:t> Software Engineering I</a:t>
            </a:r>
            <a:r>
              <a:rPr lang="de-DE" sz="1400" baseline="0" dirty="0"/>
              <a:t>   </a:t>
            </a:r>
            <a:r>
              <a:rPr lang="de-DE" sz="1400" dirty="0"/>
              <a:t>–   WS 20/21   –   Fabian </a:t>
            </a:r>
            <a:r>
              <a:rPr lang="de-DE" sz="1400" dirty="0" err="1"/>
              <a:t>Schwickert</a:t>
            </a:r>
            <a:endParaRPr lang="de-DE" sz="140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D0FC71D-3CC3-084C-AFCA-42C48DABDD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400" t="23562" r="5700" b="23836"/>
          <a:stretch/>
        </p:blipFill>
        <p:spPr>
          <a:xfrm>
            <a:off x="304800" y="154804"/>
            <a:ext cx="1566552" cy="669139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629A833-B0FC-9544-BE5B-9FC1F6FF73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5048" y="6511923"/>
            <a:ext cx="509016" cy="222249"/>
          </a:xfrm>
          <a:prstGeom prst="rect">
            <a:avLst/>
          </a:prstGeom>
        </p:spPr>
        <p:txBody>
          <a:bodyPr lIns="90000" anchor="ctr" anchorCtr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90CB4078-9F56-DD45-BCAD-AB9C14C5FED1}" type="slidenum">
              <a:rPr lang="de-DE" smtClean="0"/>
              <a:pPr/>
              <a:t>‹Nr.›</a:t>
            </a:fld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3415486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99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DCFBBE-684F-FB41-81ED-D3BBBCA68C22}"/>
              </a:ext>
            </a:extLst>
          </p:cNvPr>
          <p:cNvSpPr txBox="1">
            <a:spLocks/>
          </p:cNvSpPr>
          <p:nvPr/>
        </p:nvSpPr>
        <p:spPr>
          <a:xfrm>
            <a:off x="556695" y="1889832"/>
            <a:ext cx="7957457" cy="1876262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000"/>
              </a:lnSpc>
              <a:spcAft>
                <a:spcPts val="1200"/>
              </a:spcAft>
            </a:pPr>
            <a:r>
              <a:rPr lang="en-US" sz="3200" dirty="0">
                <a:latin typeface="+mn-lt"/>
              </a:rPr>
              <a:t>Software development with Xtreme Programming, Scrum and </a:t>
            </a:r>
            <a:r>
              <a:rPr lang="en-US" sz="3200" dirty="0" err="1">
                <a:latin typeface="+mn-lt"/>
              </a:rPr>
              <a:t>Youtrack</a:t>
            </a:r>
            <a:endParaRPr lang="en-US" sz="3200" dirty="0">
              <a:latin typeface="+mn-lt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FF7929A-F9FA-5F4F-A6C1-7622F8388FFA}"/>
              </a:ext>
            </a:extLst>
          </p:cNvPr>
          <p:cNvSpPr txBox="1">
            <a:spLocks/>
          </p:cNvSpPr>
          <p:nvPr/>
        </p:nvSpPr>
        <p:spPr>
          <a:xfrm>
            <a:off x="1143000" y="4407518"/>
            <a:ext cx="6858000" cy="445068"/>
          </a:xfrm>
          <a:prstGeom prst="rect">
            <a:avLst/>
          </a:prstGeom>
          <a:noFill/>
          <a:effectLst/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Software Engineering I – Fabian </a:t>
            </a:r>
            <a:r>
              <a:rPr lang="de-DE" dirty="0" err="1"/>
              <a:t>Schwickert</a:t>
            </a:r>
            <a:endParaRPr lang="en-US" dirty="0"/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D2F5F5F4-5BD9-434B-8738-F640A5B807B8}"/>
              </a:ext>
            </a:extLst>
          </p:cNvPr>
          <p:cNvCxnSpPr>
            <a:cxnSpLocks/>
          </p:cNvCxnSpPr>
          <p:nvPr/>
        </p:nvCxnSpPr>
        <p:spPr>
          <a:xfrm>
            <a:off x="2062549" y="3930478"/>
            <a:ext cx="501890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1B234312-B0BD-4B47-9B94-86E0A14189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21" t="21564" r="4719" b="21795"/>
          <a:stretch/>
        </p:blipFill>
        <p:spPr>
          <a:xfrm>
            <a:off x="3229643" y="674616"/>
            <a:ext cx="2538406" cy="1147584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CB4E1B6C-0110-4840-9862-9A5A99809C18}"/>
              </a:ext>
            </a:extLst>
          </p:cNvPr>
          <p:cNvSpPr txBox="1">
            <a:spLocks/>
          </p:cNvSpPr>
          <p:nvPr/>
        </p:nvSpPr>
        <p:spPr>
          <a:xfrm>
            <a:off x="3229643" y="4947211"/>
            <a:ext cx="2611560" cy="445068"/>
          </a:xfrm>
          <a:prstGeom prst="rect">
            <a:avLst/>
          </a:prstGeom>
          <a:noFill/>
          <a:effectLst/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29</a:t>
            </a:r>
            <a:r>
              <a:rPr lang="en-US" baseline="30000" dirty="0"/>
              <a:t>th</a:t>
            </a:r>
            <a:r>
              <a:rPr lang="en-US" dirty="0"/>
              <a:t> October 2020</a:t>
            </a:r>
          </a:p>
        </p:txBody>
      </p:sp>
    </p:spTree>
    <p:extLst>
      <p:ext uri="{BB962C8B-B14F-4D97-AF65-F5344CB8AC3E}">
        <p14:creationId xmlns:p14="http://schemas.microsoft.com/office/powerpoint/2010/main" val="3400406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2</a:t>
            </a:fld>
            <a:endParaRPr lang="de-DE" sz="1400" dirty="0"/>
          </a:p>
        </p:txBody>
      </p:sp>
      <p:sp>
        <p:nvSpPr>
          <p:cNvPr id="1088" name="Textfeld 1087">
            <a:extLst>
              <a:ext uri="{FF2B5EF4-FFF2-40B4-BE49-F238E27FC236}">
                <a16:creationId xmlns:a16="http://schemas.microsoft.com/office/drawing/2014/main" id="{89424588-5602-0945-88B2-FE128A52DB4C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/>
              <a:t>Table </a:t>
            </a:r>
            <a:r>
              <a:rPr lang="de-DE" sz="2200" dirty="0" err="1"/>
              <a:t>of</a:t>
            </a:r>
            <a:r>
              <a:rPr lang="de-DE" sz="2200" dirty="0"/>
              <a:t> Contents</a:t>
            </a:r>
          </a:p>
        </p:txBody>
      </p:sp>
      <p:sp>
        <p:nvSpPr>
          <p:cNvPr id="1090" name="Textfeld 1089">
            <a:extLst>
              <a:ext uri="{FF2B5EF4-FFF2-40B4-BE49-F238E27FC236}">
                <a16:creationId xmlns:a16="http://schemas.microsoft.com/office/drawing/2014/main" id="{8FC889D3-C813-4142-9FC8-5723A6C56C81}"/>
              </a:ext>
            </a:extLst>
          </p:cNvPr>
          <p:cNvSpPr txBox="1"/>
          <p:nvPr/>
        </p:nvSpPr>
        <p:spPr>
          <a:xfrm>
            <a:off x="945225" y="1366463"/>
            <a:ext cx="7674795" cy="4469258"/>
          </a:xfrm>
          <a:prstGeom prst="rect">
            <a:avLst/>
          </a:prstGeom>
          <a:noFill/>
        </p:spPr>
        <p:txBody>
          <a:bodyPr wrap="square" lIns="90000" rtlCol="0" anchor="t" anchorCtr="1">
            <a:noAutofit/>
          </a:bodyPr>
          <a:lstStyle/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de-DE" sz="2200" dirty="0" err="1"/>
              <a:t>Fundamentals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Software Engineering </a:t>
            </a:r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de-DE" sz="2200" dirty="0" err="1"/>
              <a:t>Xtreme</a:t>
            </a:r>
            <a:r>
              <a:rPr lang="de-DE" sz="2200" dirty="0"/>
              <a:t> </a:t>
            </a:r>
            <a:r>
              <a:rPr lang="de-DE" sz="2200" dirty="0" err="1"/>
              <a:t>Programming</a:t>
            </a:r>
            <a:r>
              <a:rPr lang="de-DE" sz="2200" dirty="0"/>
              <a:t> (XP)</a:t>
            </a:r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de-DE" sz="2200" dirty="0" err="1"/>
              <a:t>Scrum</a:t>
            </a:r>
            <a:endParaRPr lang="de-DE" sz="2200" dirty="0"/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de-DE" sz="2200" dirty="0" err="1"/>
              <a:t>Youtrack</a:t>
            </a:r>
            <a:endParaRPr lang="de-DE" sz="2200" dirty="0"/>
          </a:p>
        </p:txBody>
      </p:sp>
      <p:sp>
        <p:nvSpPr>
          <p:cNvPr id="1091" name="Dreieck 1090">
            <a:extLst>
              <a:ext uri="{FF2B5EF4-FFF2-40B4-BE49-F238E27FC236}">
                <a16:creationId xmlns:a16="http://schemas.microsoft.com/office/drawing/2014/main" id="{571FE3E5-7714-2746-A5F9-12743BC655FF}"/>
              </a:ext>
            </a:extLst>
          </p:cNvPr>
          <p:cNvSpPr/>
          <p:nvPr/>
        </p:nvSpPr>
        <p:spPr>
          <a:xfrm rot="5400000">
            <a:off x="1666120" y="1873014"/>
            <a:ext cx="550437" cy="43479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462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3</a:t>
            </a:fld>
            <a:endParaRPr lang="de-DE" sz="1400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17A74AA-B97A-A94F-A1D6-F8D7A9EB4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336" y="4718844"/>
            <a:ext cx="1633538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C9DFBB-5B8C-1749-AF13-D9EF4A494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2649" y="4760119"/>
            <a:ext cx="174842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 3" pitchFamily="18" charset="2"/>
              <a:buNone/>
            </a:pPr>
            <a:r>
              <a:rPr lang="de-DE" sz="1600" dirty="0">
                <a:solidFill>
                  <a:srgbClr val="0000FF"/>
                </a:solidFill>
              </a:rPr>
              <a:t>Quality </a:t>
            </a:r>
            <a:r>
              <a:rPr lang="de-DE" sz="1600" dirty="0" err="1">
                <a:solidFill>
                  <a:srgbClr val="0000FF"/>
                </a:solidFill>
              </a:rPr>
              <a:t>management</a:t>
            </a:r>
            <a:endParaRPr lang="de-DE" sz="1600" dirty="0">
              <a:solidFill>
                <a:srgbClr val="0000FF"/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DD4BAD-7246-CD49-830C-FBD7CBC4E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9386" y="1181894"/>
            <a:ext cx="2660650" cy="703262"/>
          </a:xfrm>
          <a:prstGeom prst="rect">
            <a:avLst/>
          </a:prstGeom>
          <a:solidFill>
            <a:srgbClr val="F0F010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60000"/>
              </a:prst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F91F837-444B-D94F-88DC-25400CADE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3399" y="1298476"/>
            <a:ext cx="101720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 3" pitchFamily="18" charset="2"/>
              <a:buNone/>
            </a:pPr>
            <a:r>
              <a:rPr lang="de-DE" sz="1600" b="1" dirty="0" err="1">
                <a:solidFill>
                  <a:srgbClr val="0000FF"/>
                </a:solidFill>
              </a:rPr>
              <a:t>Structure</a:t>
            </a:r>
            <a:r>
              <a:rPr lang="de-DE" sz="1600" b="1" dirty="0">
                <a:solidFill>
                  <a:srgbClr val="0000FF"/>
                </a:solidFill>
              </a:rPr>
              <a:t> </a:t>
            </a:r>
            <a:r>
              <a:rPr lang="de-DE" sz="1600" b="1" dirty="0" err="1">
                <a:solidFill>
                  <a:srgbClr val="0000FF"/>
                </a:solidFill>
              </a:rPr>
              <a:t>of</a:t>
            </a:r>
            <a:endParaRPr lang="de-DE" sz="1600" b="1" dirty="0">
              <a:solidFill>
                <a:srgbClr val="0000FF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E0B8BC3-676B-E746-8253-56F83B660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5545" y="1541212"/>
            <a:ext cx="182133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 3" pitchFamily="18" charset="2"/>
              <a:buNone/>
            </a:pPr>
            <a:r>
              <a:rPr lang="de-DE" sz="1600" b="1" dirty="0">
                <a:solidFill>
                  <a:srgbClr val="0000FF"/>
                </a:solidFill>
              </a:rPr>
              <a:t>Software Engineering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8329961B-7420-2442-880D-D9FCDF4B61C1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1183481"/>
            <a:ext cx="2843213" cy="1266825"/>
            <a:chOff x="296" y="1151"/>
            <a:chExt cx="1791" cy="79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0FFAF595-B312-1941-9C83-F3AB53396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6" y="1151"/>
              <a:ext cx="11" cy="9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F8052F4-7CB0-B944-9B81-A4535A7F8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3" y="1156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083CD0A-27C0-CF4D-BF40-67FFF447B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8" y="1162"/>
              <a:ext cx="10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0280B71-B171-1B4F-9545-1021D4E4F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4" y="1169"/>
              <a:ext cx="11" cy="9"/>
            </a:xfrm>
            <a:custGeom>
              <a:avLst/>
              <a:gdLst>
                <a:gd name="T0" fmla="*/ 21 w 21"/>
                <a:gd name="T1" fmla="*/ 14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E13A7124-4B1C-4345-8358-1F23CF0E1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" y="1174"/>
              <a:ext cx="9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5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5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3365724-2538-7C45-8159-54146DCC0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7" y="1181"/>
              <a:ext cx="9" cy="10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9C81046-6A4F-F042-9C0B-85073D596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2" y="1187"/>
              <a:ext cx="11" cy="10"/>
            </a:xfrm>
            <a:custGeom>
              <a:avLst/>
              <a:gdLst>
                <a:gd name="T0" fmla="*/ 21 w 21"/>
                <a:gd name="T1" fmla="*/ 13 h 21"/>
                <a:gd name="T2" fmla="*/ 15 w 21"/>
                <a:gd name="T3" fmla="*/ 0 h 21"/>
                <a:gd name="T4" fmla="*/ 0 w 21"/>
                <a:gd name="T5" fmla="*/ 7 h 21"/>
                <a:gd name="T6" fmla="*/ 5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5" y="0"/>
                  </a:lnTo>
                  <a:lnTo>
                    <a:pt x="0" y="7"/>
                  </a:lnTo>
                  <a:lnTo>
                    <a:pt x="5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F7D6495F-491C-924A-93EB-CA890F96E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" y="1193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BCA2F90-5BDB-D447-B2C5-2E6873E79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5" y="1199"/>
              <a:ext cx="9" cy="11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DB8BDE4-87CA-7F49-B152-0237430CB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1" y="1206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CAA55C10-BE7D-5140-A097-5FB619094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1212"/>
              <a:ext cx="10" cy="10"/>
            </a:xfrm>
            <a:custGeom>
              <a:avLst/>
              <a:gdLst>
                <a:gd name="T0" fmla="*/ 19 w 19"/>
                <a:gd name="T1" fmla="*/ 13 h 21"/>
                <a:gd name="T2" fmla="*/ 14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4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3AA97F3-AC48-2B48-BA4A-CCF78A516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3" y="1218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C8B2A1BC-BAA1-DC42-A682-49D85EAE4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224"/>
              <a:ext cx="9" cy="10"/>
            </a:xfrm>
            <a:custGeom>
              <a:avLst/>
              <a:gdLst>
                <a:gd name="T0" fmla="*/ 19 w 19"/>
                <a:gd name="T1" fmla="*/ 13 h 21"/>
                <a:gd name="T2" fmla="*/ 14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88858FBE-0C4F-6645-A258-0CA768120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" y="1231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E4B1F27A-31F1-8B48-BC06-4D95CF9A0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" y="1236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F171916F-6D65-D34E-AA06-EED9DB535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1243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8998703F-6472-524F-9035-C99D80AD1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3" y="1249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11EF8545-7B16-E44B-BC0E-013E3FFF7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0" y="1255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33EC1103-FE4E-BC43-8682-B478E39D7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1261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027C4690-EC57-7945-8D00-ED81B21CC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" y="1268"/>
              <a:ext cx="10" cy="9"/>
            </a:xfrm>
            <a:custGeom>
              <a:avLst/>
              <a:gdLst>
                <a:gd name="T0" fmla="*/ 21 w 21"/>
                <a:gd name="T1" fmla="*/ 14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53F8D87-380D-E143-A444-BAA73F53A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1273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413F99A4-10A5-EB42-8209-A594A01B3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" y="1280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A70B69F6-0006-7642-A7AD-1F41E8DA2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1286"/>
              <a:ext cx="10" cy="9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3C20BF5-ADDC-4E4C-9AA0-6F75617B2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292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F0FAA5A4-EF17-FB42-A910-1B53AA083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" y="1298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DE0FBB1C-0499-BA46-84A3-4F7E776592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" y="1305"/>
              <a:ext cx="10" cy="9"/>
            </a:xfrm>
            <a:custGeom>
              <a:avLst/>
              <a:gdLst>
                <a:gd name="T0" fmla="*/ 21 w 21"/>
                <a:gd name="T1" fmla="*/ 14 h 20"/>
                <a:gd name="T2" fmla="*/ 15 w 21"/>
                <a:gd name="T3" fmla="*/ 0 h 20"/>
                <a:gd name="T4" fmla="*/ 0 w 21"/>
                <a:gd name="T5" fmla="*/ 6 h 20"/>
                <a:gd name="T6" fmla="*/ 6 w 21"/>
                <a:gd name="T7" fmla="*/ 20 h 20"/>
                <a:gd name="T8" fmla="*/ 21 w 21"/>
                <a:gd name="T9" fmla="*/ 1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0"/>
                <a:gd name="T17" fmla="*/ 21 w 21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0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20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B0363BB7-0F96-E94A-95C0-6F9462A60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310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7DD3B194-89DE-2446-A801-20421E879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0" y="1317"/>
              <a:ext cx="11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0D9CF42B-A4D1-5444-850C-83EA272E4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" y="1323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DDA2116F-3048-6449-A6E9-519BB6581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1329"/>
              <a:ext cx="9" cy="10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Freeform 39">
              <a:extLst>
                <a:ext uri="{FF2B5EF4-FFF2-40B4-BE49-F238E27FC236}">
                  <a16:creationId xmlns:a16="http://schemas.microsoft.com/office/drawing/2014/main" id="{240191D2-6A16-BB46-90B9-EFA16735D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9" y="1335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B173F324-EB41-174D-BFF0-D4DAE2087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5" y="1341"/>
              <a:ext cx="10" cy="10"/>
            </a:xfrm>
            <a:custGeom>
              <a:avLst/>
              <a:gdLst>
                <a:gd name="T0" fmla="*/ 19 w 19"/>
                <a:gd name="T1" fmla="*/ 13 h 21"/>
                <a:gd name="T2" fmla="*/ 14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1" name="Freeform 41">
              <a:extLst>
                <a:ext uri="{FF2B5EF4-FFF2-40B4-BE49-F238E27FC236}">
                  <a16:creationId xmlns:a16="http://schemas.microsoft.com/office/drawing/2014/main" id="{FE87E036-C75B-6E43-BD4A-ADE0FE1CC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1348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" name="Freeform 42">
              <a:extLst>
                <a:ext uri="{FF2B5EF4-FFF2-40B4-BE49-F238E27FC236}">
                  <a16:creationId xmlns:a16="http://schemas.microsoft.com/office/drawing/2014/main" id="{10F09382-27C6-4A4A-9A8D-422C17CB4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7" y="1353"/>
              <a:ext cx="10" cy="11"/>
            </a:xfrm>
            <a:custGeom>
              <a:avLst/>
              <a:gdLst>
                <a:gd name="T0" fmla="*/ 21 w 21"/>
                <a:gd name="T1" fmla="*/ 14 h 21"/>
                <a:gd name="T2" fmla="*/ 16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4"/>
                  </a:moveTo>
                  <a:lnTo>
                    <a:pt x="16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50FDA803-E0B3-B748-B1A8-2BBB5D823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" y="1360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3823957D-747B-8C42-98FA-0E29431CA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9" y="1366"/>
              <a:ext cx="11" cy="10"/>
            </a:xfrm>
            <a:custGeom>
              <a:avLst/>
              <a:gdLst>
                <a:gd name="T0" fmla="*/ 21 w 21"/>
                <a:gd name="T1" fmla="*/ 14 h 21"/>
                <a:gd name="T2" fmla="*/ 15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4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5273DF9C-6FD3-F849-9275-54C1986D69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" y="1372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8BE4E8D8-CB10-FF4D-80E2-6B5F87591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2" y="1378"/>
              <a:ext cx="9" cy="10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7" name="Freeform 47">
              <a:extLst>
                <a:ext uri="{FF2B5EF4-FFF2-40B4-BE49-F238E27FC236}">
                  <a16:creationId xmlns:a16="http://schemas.microsoft.com/office/drawing/2014/main" id="{EACBC4B3-4C61-704D-91F6-97A84C478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1385"/>
              <a:ext cx="11" cy="9"/>
            </a:xfrm>
            <a:custGeom>
              <a:avLst/>
              <a:gdLst>
                <a:gd name="T0" fmla="*/ 21 w 21"/>
                <a:gd name="T1" fmla="*/ 14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Freeform 48">
              <a:extLst>
                <a:ext uri="{FF2B5EF4-FFF2-40B4-BE49-F238E27FC236}">
                  <a16:creationId xmlns:a16="http://schemas.microsoft.com/office/drawing/2014/main" id="{A51D0F69-F1FE-BB43-8557-61338C1B2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" y="1390"/>
              <a:ext cx="9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4ACF33E6-8E02-D94B-8716-DF238F1B3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397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0" name="Freeform 50">
              <a:extLst>
                <a:ext uri="{FF2B5EF4-FFF2-40B4-BE49-F238E27FC236}">
                  <a16:creationId xmlns:a16="http://schemas.microsoft.com/office/drawing/2014/main" id="{B9C69095-2C1E-584F-A92E-61BE74259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" y="1403"/>
              <a:ext cx="11" cy="10"/>
            </a:xfrm>
            <a:custGeom>
              <a:avLst/>
              <a:gdLst>
                <a:gd name="T0" fmla="*/ 21 w 21"/>
                <a:gd name="T1" fmla="*/ 14 h 21"/>
                <a:gd name="T2" fmla="*/ 15 w 21"/>
                <a:gd name="T3" fmla="*/ 0 h 21"/>
                <a:gd name="T4" fmla="*/ 0 w 21"/>
                <a:gd name="T5" fmla="*/ 8 h 21"/>
                <a:gd name="T6" fmla="*/ 5 w 21"/>
                <a:gd name="T7" fmla="*/ 21 h 21"/>
                <a:gd name="T8" fmla="*/ 21 w 21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4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1" name="Freeform 51">
              <a:extLst>
                <a:ext uri="{FF2B5EF4-FFF2-40B4-BE49-F238E27FC236}">
                  <a16:creationId xmlns:a16="http://schemas.microsoft.com/office/drawing/2014/main" id="{A00EAA28-A7E7-8A43-9D4E-B64A13FC6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1409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13A4FA82-DD22-A64B-B5DE-3B073317D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1415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3" name="Freeform 53">
              <a:extLst>
                <a:ext uri="{FF2B5EF4-FFF2-40B4-BE49-F238E27FC236}">
                  <a16:creationId xmlns:a16="http://schemas.microsoft.com/office/drawing/2014/main" id="{B475935F-50DD-9C40-B2A1-BAA4585E6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4" y="1422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Freeform 54">
              <a:extLst>
                <a:ext uri="{FF2B5EF4-FFF2-40B4-BE49-F238E27FC236}">
                  <a16:creationId xmlns:a16="http://schemas.microsoft.com/office/drawing/2014/main" id="{F8984CEA-018A-0749-95D3-0D2D0627D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1427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5" name="Freeform 55">
              <a:extLst>
                <a:ext uri="{FF2B5EF4-FFF2-40B4-BE49-F238E27FC236}">
                  <a16:creationId xmlns:a16="http://schemas.microsoft.com/office/drawing/2014/main" id="{E35A2CDC-95FA-C941-AE4D-AF95DACBF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1434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" name="Freeform 56">
              <a:extLst>
                <a:ext uri="{FF2B5EF4-FFF2-40B4-BE49-F238E27FC236}">
                  <a16:creationId xmlns:a16="http://schemas.microsoft.com/office/drawing/2014/main" id="{3E1F2A6F-57E3-EE4B-B77A-8151A0D63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3" y="1440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" name="Freeform 57">
              <a:extLst>
                <a:ext uri="{FF2B5EF4-FFF2-40B4-BE49-F238E27FC236}">
                  <a16:creationId xmlns:a16="http://schemas.microsoft.com/office/drawing/2014/main" id="{F0E00C28-7A76-8642-B78A-09BA99559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" y="1446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" name="Freeform 58">
              <a:extLst>
                <a:ext uri="{FF2B5EF4-FFF2-40B4-BE49-F238E27FC236}">
                  <a16:creationId xmlns:a16="http://schemas.microsoft.com/office/drawing/2014/main" id="{9FDFE0A1-9D70-3A49-808D-C2E5AFC32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4" y="1452"/>
              <a:ext cx="11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9" name="Freeform 59">
              <a:extLst>
                <a:ext uri="{FF2B5EF4-FFF2-40B4-BE49-F238E27FC236}">
                  <a16:creationId xmlns:a16="http://schemas.microsoft.com/office/drawing/2014/main" id="{1A3A2036-D396-2A4E-836E-5C11AA869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" y="1459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" name="Freeform 60">
              <a:extLst>
                <a:ext uri="{FF2B5EF4-FFF2-40B4-BE49-F238E27FC236}">
                  <a16:creationId xmlns:a16="http://schemas.microsoft.com/office/drawing/2014/main" id="{A3F22065-DDFA-C640-BF98-E69AF4060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7" y="1465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1" name="Freeform 61">
              <a:extLst>
                <a:ext uri="{FF2B5EF4-FFF2-40B4-BE49-F238E27FC236}">
                  <a16:creationId xmlns:a16="http://schemas.microsoft.com/office/drawing/2014/main" id="{E1C74CB8-6952-3E44-B87F-92C8EC9CB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3" y="1471"/>
              <a:ext cx="10" cy="10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Freeform 62">
              <a:extLst>
                <a:ext uri="{FF2B5EF4-FFF2-40B4-BE49-F238E27FC236}">
                  <a16:creationId xmlns:a16="http://schemas.microsoft.com/office/drawing/2014/main" id="{2ADA1191-7CEA-7B40-ADE2-35714101D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9" y="1477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3" name="Freeform 63">
              <a:extLst>
                <a:ext uri="{FF2B5EF4-FFF2-40B4-BE49-F238E27FC236}">
                  <a16:creationId xmlns:a16="http://schemas.microsoft.com/office/drawing/2014/main" id="{68957A0D-F5F2-8248-A268-BD7D0F8B9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5" y="1484"/>
              <a:ext cx="10" cy="9"/>
            </a:xfrm>
            <a:custGeom>
              <a:avLst/>
              <a:gdLst>
                <a:gd name="T0" fmla="*/ 21 w 21"/>
                <a:gd name="T1" fmla="*/ 13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" name="Freeform 64">
              <a:extLst>
                <a:ext uri="{FF2B5EF4-FFF2-40B4-BE49-F238E27FC236}">
                  <a16:creationId xmlns:a16="http://schemas.microsoft.com/office/drawing/2014/main" id="{B7ED1AD3-C42D-5B4B-8739-6C7C24070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1" y="1489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5" name="Freeform 65">
              <a:extLst>
                <a:ext uri="{FF2B5EF4-FFF2-40B4-BE49-F238E27FC236}">
                  <a16:creationId xmlns:a16="http://schemas.microsoft.com/office/drawing/2014/main" id="{27276A4C-D04E-2C45-9D08-2835C8B14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" y="1496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" name="Freeform 66">
              <a:extLst>
                <a:ext uri="{FF2B5EF4-FFF2-40B4-BE49-F238E27FC236}">
                  <a16:creationId xmlns:a16="http://schemas.microsoft.com/office/drawing/2014/main" id="{8468626D-1193-9B4D-809C-C8CB0C83C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3" y="1502"/>
              <a:ext cx="10" cy="9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7" name="Freeform 67">
              <a:extLst>
                <a:ext uri="{FF2B5EF4-FFF2-40B4-BE49-F238E27FC236}">
                  <a16:creationId xmlns:a16="http://schemas.microsoft.com/office/drawing/2014/main" id="{B0399FF6-11B8-2748-9F7C-8B4DD850D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1507"/>
              <a:ext cx="9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" name="Freeform 68">
              <a:extLst>
                <a:ext uri="{FF2B5EF4-FFF2-40B4-BE49-F238E27FC236}">
                  <a16:creationId xmlns:a16="http://schemas.microsoft.com/office/drawing/2014/main" id="{24FBF439-1965-F447-9BF7-58869829B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5" y="1514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9" name="Freeform 69">
              <a:extLst>
                <a:ext uri="{FF2B5EF4-FFF2-40B4-BE49-F238E27FC236}">
                  <a16:creationId xmlns:a16="http://schemas.microsoft.com/office/drawing/2014/main" id="{FEC25641-EDEF-0C41-8066-128CF417F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2" y="1520"/>
              <a:ext cx="9" cy="10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" name="Freeform 70">
              <a:extLst>
                <a:ext uri="{FF2B5EF4-FFF2-40B4-BE49-F238E27FC236}">
                  <a16:creationId xmlns:a16="http://schemas.microsoft.com/office/drawing/2014/main" id="{8317CA41-FDE8-4E43-9AC1-83346A25F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8" y="1526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1" name="Freeform 71">
              <a:extLst>
                <a:ext uri="{FF2B5EF4-FFF2-40B4-BE49-F238E27FC236}">
                  <a16:creationId xmlns:a16="http://schemas.microsoft.com/office/drawing/2014/main" id="{764460D3-8A08-8B41-A11F-333C356E6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3" y="1532"/>
              <a:ext cx="11" cy="11"/>
            </a:xfrm>
            <a:custGeom>
              <a:avLst/>
              <a:gdLst>
                <a:gd name="T0" fmla="*/ 21 w 21"/>
                <a:gd name="T1" fmla="*/ 13 h 21"/>
                <a:gd name="T2" fmla="*/ 15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" name="Freeform 72">
              <a:extLst>
                <a:ext uri="{FF2B5EF4-FFF2-40B4-BE49-F238E27FC236}">
                  <a16:creationId xmlns:a16="http://schemas.microsoft.com/office/drawing/2014/main" id="{17514B3E-167F-E045-B459-9ECE4A81B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0" y="1539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3" name="Freeform 73">
              <a:extLst>
                <a:ext uri="{FF2B5EF4-FFF2-40B4-BE49-F238E27FC236}">
                  <a16:creationId xmlns:a16="http://schemas.microsoft.com/office/drawing/2014/main" id="{B7A4EDB8-2756-8449-8B61-02BE0ECF6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6" y="1544"/>
              <a:ext cx="9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5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5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" name="Freeform 74">
              <a:extLst>
                <a:ext uri="{FF2B5EF4-FFF2-40B4-BE49-F238E27FC236}">
                  <a16:creationId xmlns:a16="http://schemas.microsoft.com/office/drawing/2014/main" id="{B591D7ED-C811-8246-B38F-E7714A8B0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1551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5" name="Freeform 75">
              <a:extLst>
                <a:ext uri="{FF2B5EF4-FFF2-40B4-BE49-F238E27FC236}">
                  <a16:creationId xmlns:a16="http://schemas.microsoft.com/office/drawing/2014/main" id="{ADED3E9B-3A7B-0C42-B9FC-00396B7F6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8" y="1557"/>
              <a:ext cx="10" cy="10"/>
            </a:xfrm>
            <a:custGeom>
              <a:avLst/>
              <a:gdLst>
                <a:gd name="T0" fmla="*/ 20 w 20"/>
                <a:gd name="T1" fmla="*/ 13 h 21"/>
                <a:gd name="T2" fmla="*/ 14 w 20"/>
                <a:gd name="T3" fmla="*/ 0 h 21"/>
                <a:gd name="T4" fmla="*/ 0 w 20"/>
                <a:gd name="T5" fmla="*/ 7 h 21"/>
                <a:gd name="T6" fmla="*/ 6 w 20"/>
                <a:gd name="T7" fmla="*/ 21 h 21"/>
                <a:gd name="T8" fmla="*/ 20 w 20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21"/>
                <a:gd name="T17" fmla="*/ 20 w 20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21">
                  <a:moveTo>
                    <a:pt x="20" y="13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2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" name="Freeform 76">
              <a:extLst>
                <a:ext uri="{FF2B5EF4-FFF2-40B4-BE49-F238E27FC236}">
                  <a16:creationId xmlns:a16="http://schemas.microsoft.com/office/drawing/2014/main" id="{1539B6EF-608F-1645-A9D6-8CA1E77AD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4" y="1563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7" name="Freeform 77">
              <a:extLst>
                <a:ext uri="{FF2B5EF4-FFF2-40B4-BE49-F238E27FC236}">
                  <a16:creationId xmlns:a16="http://schemas.microsoft.com/office/drawing/2014/main" id="{CF809483-35C3-4640-9640-D01605FE2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" y="1569"/>
              <a:ext cx="10" cy="11"/>
            </a:xfrm>
            <a:custGeom>
              <a:avLst/>
              <a:gdLst>
                <a:gd name="T0" fmla="*/ 21 w 21"/>
                <a:gd name="T1" fmla="*/ 14 h 21"/>
                <a:gd name="T2" fmla="*/ 16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4"/>
                  </a:moveTo>
                  <a:lnTo>
                    <a:pt x="16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" name="Freeform 78">
              <a:extLst>
                <a:ext uri="{FF2B5EF4-FFF2-40B4-BE49-F238E27FC236}">
                  <a16:creationId xmlns:a16="http://schemas.microsoft.com/office/drawing/2014/main" id="{541CCFB1-D003-874E-B43E-F5BEFE4FD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" y="1576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9" name="Freeform 79">
              <a:extLst>
                <a:ext uri="{FF2B5EF4-FFF2-40B4-BE49-F238E27FC236}">
                  <a16:creationId xmlns:a16="http://schemas.microsoft.com/office/drawing/2014/main" id="{07BD36A0-4230-DD45-AAE7-2CDA75C97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" y="1582"/>
              <a:ext cx="11" cy="10"/>
            </a:xfrm>
            <a:custGeom>
              <a:avLst/>
              <a:gdLst>
                <a:gd name="T0" fmla="*/ 21 w 21"/>
                <a:gd name="T1" fmla="*/ 13 h 21"/>
                <a:gd name="T2" fmla="*/ 15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" name="Freeform 80">
              <a:extLst>
                <a:ext uri="{FF2B5EF4-FFF2-40B4-BE49-F238E27FC236}">
                  <a16:creationId xmlns:a16="http://schemas.microsoft.com/office/drawing/2014/main" id="{D7CBD55F-2800-534D-9805-905DCBD73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" y="1588"/>
              <a:ext cx="9" cy="10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1" name="Freeform 81">
              <a:extLst>
                <a:ext uri="{FF2B5EF4-FFF2-40B4-BE49-F238E27FC236}">
                  <a16:creationId xmlns:a16="http://schemas.microsoft.com/office/drawing/2014/main" id="{CC46B9D0-FBD7-AA4C-9805-3E1FD351A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5" y="1594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" name="Freeform 82">
              <a:extLst>
                <a:ext uri="{FF2B5EF4-FFF2-40B4-BE49-F238E27FC236}">
                  <a16:creationId xmlns:a16="http://schemas.microsoft.com/office/drawing/2014/main" id="{56245806-3E0A-184E-8319-C8ECF33C8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0" y="1601"/>
              <a:ext cx="11" cy="9"/>
            </a:xfrm>
            <a:custGeom>
              <a:avLst/>
              <a:gdLst>
                <a:gd name="T0" fmla="*/ 20 w 20"/>
                <a:gd name="T1" fmla="*/ 13 h 19"/>
                <a:gd name="T2" fmla="*/ 15 w 20"/>
                <a:gd name="T3" fmla="*/ 0 h 19"/>
                <a:gd name="T4" fmla="*/ 0 w 20"/>
                <a:gd name="T5" fmla="*/ 6 h 19"/>
                <a:gd name="T6" fmla="*/ 5 w 20"/>
                <a:gd name="T7" fmla="*/ 19 h 19"/>
                <a:gd name="T8" fmla="*/ 20 w 20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20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3" name="Freeform 83">
              <a:extLst>
                <a:ext uri="{FF2B5EF4-FFF2-40B4-BE49-F238E27FC236}">
                  <a16:creationId xmlns:a16="http://schemas.microsoft.com/office/drawing/2014/main" id="{B0A9869B-385D-B84A-975D-9DEE4971E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" y="1606"/>
              <a:ext cx="9" cy="10"/>
            </a:xfrm>
            <a:custGeom>
              <a:avLst/>
              <a:gdLst>
                <a:gd name="T0" fmla="*/ 19 w 19"/>
                <a:gd name="T1" fmla="*/ 14 h 20"/>
                <a:gd name="T2" fmla="*/ 13 w 19"/>
                <a:gd name="T3" fmla="*/ 0 h 20"/>
                <a:gd name="T4" fmla="*/ 0 w 19"/>
                <a:gd name="T5" fmla="*/ 6 h 20"/>
                <a:gd name="T6" fmla="*/ 6 w 19"/>
                <a:gd name="T7" fmla="*/ 20 h 20"/>
                <a:gd name="T8" fmla="*/ 19 w 19"/>
                <a:gd name="T9" fmla="*/ 1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20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" name="Freeform 84">
              <a:extLst>
                <a:ext uri="{FF2B5EF4-FFF2-40B4-BE49-F238E27FC236}">
                  <a16:creationId xmlns:a16="http://schemas.microsoft.com/office/drawing/2014/main" id="{C1720A04-7607-0F43-9802-004D983CB2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3" y="1613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5" name="Freeform 85">
              <a:extLst>
                <a:ext uri="{FF2B5EF4-FFF2-40B4-BE49-F238E27FC236}">
                  <a16:creationId xmlns:a16="http://schemas.microsoft.com/office/drawing/2014/main" id="{6C831993-417E-A34B-AC66-86E6E158E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1619"/>
              <a:ext cx="11" cy="9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" name="Freeform 86">
              <a:extLst>
                <a:ext uri="{FF2B5EF4-FFF2-40B4-BE49-F238E27FC236}">
                  <a16:creationId xmlns:a16="http://schemas.microsoft.com/office/drawing/2014/main" id="{C5A1F670-F7BC-D34A-B5E5-EB03981EB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5" y="1625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7" name="Freeform 87">
              <a:extLst>
                <a:ext uri="{FF2B5EF4-FFF2-40B4-BE49-F238E27FC236}">
                  <a16:creationId xmlns:a16="http://schemas.microsoft.com/office/drawing/2014/main" id="{315BB0AC-F9C4-FE4F-84D8-AEF06BE81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" y="1631"/>
              <a:ext cx="10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" name="Freeform 88">
              <a:extLst>
                <a:ext uri="{FF2B5EF4-FFF2-40B4-BE49-F238E27FC236}">
                  <a16:creationId xmlns:a16="http://schemas.microsoft.com/office/drawing/2014/main" id="{EAD80814-20F0-154A-AC90-0E8CC891E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" y="1638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9" name="Freeform 89">
              <a:extLst>
                <a:ext uri="{FF2B5EF4-FFF2-40B4-BE49-F238E27FC236}">
                  <a16:creationId xmlns:a16="http://schemas.microsoft.com/office/drawing/2014/main" id="{54844656-FE8A-AB4D-A7CD-E9847F630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" y="1643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" name="Freeform 90">
              <a:extLst>
                <a:ext uri="{FF2B5EF4-FFF2-40B4-BE49-F238E27FC236}">
                  <a16:creationId xmlns:a16="http://schemas.microsoft.com/office/drawing/2014/main" id="{10150CC6-DE6E-E241-A689-07F66AC81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" y="1650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1" name="Freeform 91">
              <a:extLst>
                <a:ext uri="{FF2B5EF4-FFF2-40B4-BE49-F238E27FC236}">
                  <a16:creationId xmlns:a16="http://schemas.microsoft.com/office/drawing/2014/main" id="{444A96BC-4A57-6949-92FD-6B67E069D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" y="1656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2" name="Freeform 92">
              <a:extLst>
                <a:ext uri="{FF2B5EF4-FFF2-40B4-BE49-F238E27FC236}">
                  <a16:creationId xmlns:a16="http://schemas.microsoft.com/office/drawing/2014/main" id="{89DE6FE1-A8D2-7A43-AB5C-F0E928429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" y="1662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3" name="Freeform 93">
              <a:extLst>
                <a:ext uri="{FF2B5EF4-FFF2-40B4-BE49-F238E27FC236}">
                  <a16:creationId xmlns:a16="http://schemas.microsoft.com/office/drawing/2014/main" id="{8E7A6EE6-00E9-944B-A1EA-2799DEFD5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" y="1668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" name="Freeform 94">
              <a:extLst>
                <a:ext uri="{FF2B5EF4-FFF2-40B4-BE49-F238E27FC236}">
                  <a16:creationId xmlns:a16="http://schemas.microsoft.com/office/drawing/2014/main" id="{929AAEE3-A464-F14C-ABC7-B9B53E7E8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" y="1674"/>
              <a:ext cx="9" cy="10"/>
            </a:xfrm>
            <a:custGeom>
              <a:avLst/>
              <a:gdLst>
                <a:gd name="T0" fmla="*/ 19 w 19"/>
                <a:gd name="T1" fmla="*/ 13 h 20"/>
                <a:gd name="T2" fmla="*/ 13 w 19"/>
                <a:gd name="T3" fmla="*/ 0 h 20"/>
                <a:gd name="T4" fmla="*/ 0 w 19"/>
                <a:gd name="T5" fmla="*/ 7 h 20"/>
                <a:gd name="T6" fmla="*/ 5 w 19"/>
                <a:gd name="T7" fmla="*/ 20 h 20"/>
                <a:gd name="T8" fmla="*/ 19 w 19"/>
                <a:gd name="T9" fmla="*/ 1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5" y="20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5" name="Freeform 95">
              <a:extLst>
                <a:ext uri="{FF2B5EF4-FFF2-40B4-BE49-F238E27FC236}">
                  <a16:creationId xmlns:a16="http://schemas.microsoft.com/office/drawing/2014/main" id="{4097AD44-B619-614F-92C1-CAF68826D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0" y="1680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6" name="Freeform 96">
              <a:extLst>
                <a:ext uri="{FF2B5EF4-FFF2-40B4-BE49-F238E27FC236}">
                  <a16:creationId xmlns:a16="http://schemas.microsoft.com/office/drawing/2014/main" id="{85CDDDE7-10E3-AE40-B4A5-D9112DAB7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6" y="1686"/>
              <a:ext cx="10" cy="11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7" name="Freeform 97">
              <a:extLst>
                <a:ext uri="{FF2B5EF4-FFF2-40B4-BE49-F238E27FC236}">
                  <a16:creationId xmlns:a16="http://schemas.microsoft.com/office/drawing/2014/main" id="{C13279C5-B081-2547-A245-A9BDF6AF9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" y="1693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" name="Freeform 98">
              <a:extLst>
                <a:ext uri="{FF2B5EF4-FFF2-40B4-BE49-F238E27FC236}">
                  <a16:creationId xmlns:a16="http://schemas.microsoft.com/office/drawing/2014/main" id="{B17E4776-6445-D448-AC03-37C157A86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" y="1699"/>
              <a:ext cx="10" cy="10"/>
            </a:xfrm>
            <a:custGeom>
              <a:avLst/>
              <a:gdLst>
                <a:gd name="T0" fmla="*/ 21 w 21"/>
                <a:gd name="T1" fmla="*/ 13 h 21"/>
                <a:gd name="T2" fmla="*/ 16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6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9" name="Freeform 99">
              <a:extLst>
                <a:ext uri="{FF2B5EF4-FFF2-40B4-BE49-F238E27FC236}">
                  <a16:creationId xmlns:a16="http://schemas.microsoft.com/office/drawing/2014/main" id="{EE66CEE7-FFC6-704D-B826-D25BE0B49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" y="1705"/>
              <a:ext cx="10" cy="10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" name="Freeform 100">
              <a:extLst>
                <a:ext uri="{FF2B5EF4-FFF2-40B4-BE49-F238E27FC236}">
                  <a16:creationId xmlns:a16="http://schemas.microsoft.com/office/drawing/2014/main" id="{AEAFDF86-4854-A648-AE84-DAD394821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" y="1711"/>
              <a:ext cx="10" cy="10"/>
            </a:xfrm>
            <a:custGeom>
              <a:avLst/>
              <a:gdLst>
                <a:gd name="T0" fmla="*/ 19 w 19"/>
                <a:gd name="T1" fmla="*/ 13 h 21"/>
                <a:gd name="T2" fmla="*/ 14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1" name="Freeform 101">
              <a:extLst>
                <a:ext uri="{FF2B5EF4-FFF2-40B4-BE49-F238E27FC236}">
                  <a16:creationId xmlns:a16="http://schemas.microsoft.com/office/drawing/2014/main" id="{D2D7E507-0521-7546-8A6B-9423A330C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1718"/>
              <a:ext cx="10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2" name="Freeform 102">
              <a:extLst>
                <a:ext uri="{FF2B5EF4-FFF2-40B4-BE49-F238E27FC236}">
                  <a16:creationId xmlns:a16="http://schemas.microsoft.com/office/drawing/2014/main" id="{AF91202F-611C-C446-ACBF-F50713D3F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" y="1723"/>
              <a:ext cx="9" cy="11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3" name="Freeform 103">
              <a:extLst>
                <a:ext uri="{FF2B5EF4-FFF2-40B4-BE49-F238E27FC236}">
                  <a16:creationId xmlns:a16="http://schemas.microsoft.com/office/drawing/2014/main" id="{ED27D069-369A-7C45-B0A4-15F65D381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" y="1730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4" name="Freeform 104">
              <a:extLst>
                <a:ext uri="{FF2B5EF4-FFF2-40B4-BE49-F238E27FC236}">
                  <a16:creationId xmlns:a16="http://schemas.microsoft.com/office/drawing/2014/main" id="{5C568D5C-C8F9-194F-AAAC-3243AB491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" y="1736"/>
              <a:ext cx="9" cy="10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5" name="Freeform 105">
              <a:extLst>
                <a:ext uri="{FF2B5EF4-FFF2-40B4-BE49-F238E27FC236}">
                  <a16:creationId xmlns:a16="http://schemas.microsoft.com/office/drawing/2014/main" id="{DBC279E0-B9AF-6343-800E-8B255FA4E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" y="1742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6" name="Freeform 106">
              <a:extLst>
                <a:ext uri="{FF2B5EF4-FFF2-40B4-BE49-F238E27FC236}">
                  <a16:creationId xmlns:a16="http://schemas.microsoft.com/office/drawing/2014/main" id="{9E2AD233-CBA2-1D4E-A93F-8EC811E91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" y="1748"/>
              <a:ext cx="11" cy="10"/>
            </a:xfrm>
            <a:custGeom>
              <a:avLst/>
              <a:gdLst>
                <a:gd name="T0" fmla="*/ 21 w 21"/>
                <a:gd name="T1" fmla="*/ 13 h 21"/>
                <a:gd name="T2" fmla="*/ 15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7" name="Freeform 107">
              <a:extLst>
                <a:ext uri="{FF2B5EF4-FFF2-40B4-BE49-F238E27FC236}">
                  <a16:creationId xmlns:a16="http://schemas.microsoft.com/office/drawing/2014/main" id="{FDF4BA31-10F7-9743-A000-5EE6AABE0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" y="1755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8" name="Freeform 108">
              <a:extLst>
                <a:ext uri="{FF2B5EF4-FFF2-40B4-BE49-F238E27FC236}">
                  <a16:creationId xmlns:a16="http://schemas.microsoft.com/office/drawing/2014/main" id="{2F941B6D-FE6D-0344-8546-400C62FBE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" y="1760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9" name="Freeform 109">
              <a:extLst>
                <a:ext uri="{FF2B5EF4-FFF2-40B4-BE49-F238E27FC236}">
                  <a16:creationId xmlns:a16="http://schemas.microsoft.com/office/drawing/2014/main" id="{B15960C7-87A3-B940-848A-E87AB8124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" y="1767"/>
              <a:ext cx="10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0" name="Freeform 110">
              <a:extLst>
                <a:ext uri="{FF2B5EF4-FFF2-40B4-BE49-F238E27FC236}">
                  <a16:creationId xmlns:a16="http://schemas.microsoft.com/office/drawing/2014/main" id="{7832C81A-2574-304A-95F9-A0BE08C55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" y="1773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1" name="Freeform 111">
              <a:extLst>
                <a:ext uri="{FF2B5EF4-FFF2-40B4-BE49-F238E27FC236}">
                  <a16:creationId xmlns:a16="http://schemas.microsoft.com/office/drawing/2014/main" id="{DCFDC238-0197-1D44-B46C-BB465E2D4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1779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2" name="Freeform 112">
              <a:extLst>
                <a:ext uri="{FF2B5EF4-FFF2-40B4-BE49-F238E27FC236}">
                  <a16:creationId xmlns:a16="http://schemas.microsoft.com/office/drawing/2014/main" id="{C097A372-2385-1244-870A-B1ECF868E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" y="1785"/>
              <a:ext cx="10" cy="10"/>
            </a:xfrm>
            <a:custGeom>
              <a:avLst/>
              <a:gdLst>
                <a:gd name="T0" fmla="*/ 20 w 20"/>
                <a:gd name="T1" fmla="*/ 13 h 19"/>
                <a:gd name="T2" fmla="*/ 15 w 20"/>
                <a:gd name="T3" fmla="*/ 0 h 19"/>
                <a:gd name="T4" fmla="*/ 0 w 20"/>
                <a:gd name="T5" fmla="*/ 6 h 19"/>
                <a:gd name="T6" fmla="*/ 5 w 20"/>
                <a:gd name="T7" fmla="*/ 19 h 19"/>
                <a:gd name="T8" fmla="*/ 20 w 20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20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3" name="Freeform 113">
              <a:extLst>
                <a:ext uri="{FF2B5EF4-FFF2-40B4-BE49-F238E27FC236}">
                  <a16:creationId xmlns:a16="http://schemas.microsoft.com/office/drawing/2014/main" id="{F7BAD3A7-60EE-6846-9FF2-BE700304B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" y="1792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4" name="Freeform 114">
              <a:extLst>
                <a:ext uri="{FF2B5EF4-FFF2-40B4-BE49-F238E27FC236}">
                  <a16:creationId xmlns:a16="http://schemas.microsoft.com/office/drawing/2014/main" id="{80534592-999B-2C42-BFEA-D63B7AD9FE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" y="1797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5" name="Freeform 115">
              <a:extLst>
                <a:ext uri="{FF2B5EF4-FFF2-40B4-BE49-F238E27FC236}">
                  <a16:creationId xmlns:a16="http://schemas.microsoft.com/office/drawing/2014/main" id="{B657D5DE-BCF1-FD40-9514-8C79C6A51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" y="1804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6" name="Freeform 116">
              <a:extLst>
                <a:ext uri="{FF2B5EF4-FFF2-40B4-BE49-F238E27FC236}">
                  <a16:creationId xmlns:a16="http://schemas.microsoft.com/office/drawing/2014/main" id="{68BA9060-A0EE-C646-A7F3-FCD55B031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" y="1810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7" name="Freeform 117">
              <a:extLst>
                <a:ext uri="{FF2B5EF4-FFF2-40B4-BE49-F238E27FC236}">
                  <a16:creationId xmlns:a16="http://schemas.microsoft.com/office/drawing/2014/main" id="{1CFED053-A325-9946-8DAE-4B7C499BB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" y="1816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8" name="Freeform 118">
              <a:extLst>
                <a:ext uri="{FF2B5EF4-FFF2-40B4-BE49-F238E27FC236}">
                  <a16:creationId xmlns:a16="http://schemas.microsoft.com/office/drawing/2014/main" id="{4968DF45-B2EB-BB42-AE7F-1A5E36BEB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" y="1822"/>
              <a:ext cx="10" cy="10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9" name="Freeform 119">
              <a:extLst>
                <a:ext uri="{FF2B5EF4-FFF2-40B4-BE49-F238E27FC236}">
                  <a16:creationId xmlns:a16="http://schemas.microsoft.com/office/drawing/2014/main" id="{E7672D46-28C4-5446-88CE-0C4FC3EE2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" y="1829"/>
              <a:ext cx="9" cy="9"/>
            </a:xfrm>
            <a:custGeom>
              <a:avLst/>
              <a:gdLst>
                <a:gd name="T0" fmla="*/ 20 w 20"/>
                <a:gd name="T1" fmla="*/ 13 h 19"/>
                <a:gd name="T2" fmla="*/ 14 w 20"/>
                <a:gd name="T3" fmla="*/ 0 h 19"/>
                <a:gd name="T4" fmla="*/ 0 w 20"/>
                <a:gd name="T5" fmla="*/ 5 h 19"/>
                <a:gd name="T6" fmla="*/ 6 w 20"/>
                <a:gd name="T7" fmla="*/ 19 h 19"/>
                <a:gd name="T8" fmla="*/ 20 w 20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20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0" name="Freeform 120">
              <a:extLst>
                <a:ext uri="{FF2B5EF4-FFF2-40B4-BE49-F238E27FC236}">
                  <a16:creationId xmlns:a16="http://schemas.microsoft.com/office/drawing/2014/main" id="{91AEDFC0-193A-3041-AC72-4690D6A53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" y="1835"/>
              <a:ext cx="11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1" name="Freeform 121">
              <a:extLst>
                <a:ext uri="{FF2B5EF4-FFF2-40B4-BE49-F238E27FC236}">
                  <a16:creationId xmlns:a16="http://schemas.microsoft.com/office/drawing/2014/main" id="{67F4631A-F8EC-0941-8713-0BBE30695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" y="1841"/>
              <a:ext cx="10" cy="10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2" name="Freeform 122">
              <a:extLst>
                <a:ext uri="{FF2B5EF4-FFF2-40B4-BE49-F238E27FC236}">
                  <a16:creationId xmlns:a16="http://schemas.microsoft.com/office/drawing/2014/main" id="{459E91AA-1FE1-FD43-B04E-896878794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" y="1847"/>
              <a:ext cx="10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3" name="Freeform 123">
              <a:extLst>
                <a:ext uri="{FF2B5EF4-FFF2-40B4-BE49-F238E27FC236}">
                  <a16:creationId xmlns:a16="http://schemas.microsoft.com/office/drawing/2014/main" id="{8E4B78E4-C6D3-4142-A292-A7D8EC1C2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" y="1853"/>
              <a:ext cx="9" cy="10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4" name="Freeform 124">
              <a:extLst>
                <a:ext uri="{FF2B5EF4-FFF2-40B4-BE49-F238E27FC236}">
                  <a16:creationId xmlns:a16="http://schemas.microsoft.com/office/drawing/2014/main" id="{F158B149-894C-8E46-A4A3-6711D626B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1859"/>
              <a:ext cx="10" cy="10"/>
            </a:xfrm>
            <a:custGeom>
              <a:avLst/>
              <a:gdLst>
                <a:gd name="T0" fmla="*/ 19 w 19"/>
                <a:gd name="T1" fmla="*/ 14 h 20"/>
                <a:gd name="T2" fmla="*/ 13 w 19"/>
                <a:gd name="T3" fmla="*/ 0 h 20"/>
                <a:gd name="T4" fmla="*/ 0 w 19"/>
                <a:gd name="T5" fmla="*/ 6 h 20"/>
                <a:gd name="T6" fmla="*/ 5 w 19"/>
                <a:gd name="T7" fmla="*/ 20 h 20"/>
                <a:gd name="T8" fmla="*/ 19 w 19"/>
                <a:gd name="T9" fmla="*/ 1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20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5" name="Freeform 125">
              <a:extLst>
                <a:ext uri="{FF2B5EF4-FFF2-40B4-BE49-F238E27FC236}">
                  <a16:creationId xmlns:a16="http://schemas.microsoft.com/office/drawing/2014/main" id="{610452DA-468E-D34A-97AD-B6A94DBB6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" y="1865"/>
              <a:ext cx="11" cy="10"/>
            </a:xfrm>
            <a:custGeom>
              <a:avLst/>
              <a:gdLst>
                <a:gd name="T0" fmla="*/ 21 w 21"/>
                <a:gd name="T1" fmla="*/ 13 h 21"/>
                <a:gd name="T2" fmla="*/ 15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6" name="Freeform 126">
              <a:extLst>
                <a:ext uri="{FF2B5EF4-FFF2-40B4-BE49-F238E27FC236}">
                  <a16:creationId xmlns:a16="http://schemas.microsoft.com/office/drawing/2014/main" id="{DF79EB87-6F1C-8F4B-B428-D326020AE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" y="1872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7" name="Freeform 127">
              <a:extLst>
                <a:ext uri="{FF2B5EF4-FFF2-40B4-BE49-F238E27FC236}">
                  <a16:creationId xmlns:a16="http://schemas.microsoft.com/office/drawing/2014/main" id="{4F2F1930-7034-3D4B-820D-DC91C5C13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" y="1877"/>
              <a:ext cx="10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8" name="Freeform 128">
              <a:extLst>
                <a:ext uri="{FF2B5EF4-FFF2-40B4-BE49-F238E27FC236}">
                  <a16:creationId xmlns:a16="http://schemas.microsoft.com/office/drawing/2014/main" id="{F129B824-DCEF-1443-AAAD-66BC9FF73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" y="1884"/>
              <a:ext cx="11" cy="9"/>
            </a:xfrm>
            <a:custGeom>
              <a:avLst/>
              <a:gdLst>
                <a:gd name="T0" fmla="*/ 21 w 21"/>
                <a:gd name="T1" fmla="*/ 13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9" name="Freeform 129">
              <a:extLst>
                <a:ext uri="{FF2B5EF4-FFF2-40B4-BE49-F238E27FC236}">
                  <a16:creationId xmlns:a16="http://schemas.microsoft.com/office/drawing/2014/main" id="{2B05040B-89B6-2B44-AED4-BD23EC08F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" y="1890"/>
              <a:ext cx="9" cy="10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0" name="Freeform 130">
              <a:extLst>
                <a:ext uri="{FF2B5EF4-FFF2-40B4-BE49-F238E27FC236}">
                  <a16:creationId xmlns:a16="http://schemas.microsoft.com/office/drawing/2014/main" id="{4A929331-BA95-F84D-9A2C-17BF344BD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" y="1896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1" name="Freeform 131">
              <a:extLst>
                <a:ext uri="{FF2B5EF4-FFF2-40B4-BE49-F238E27FC236}">
                  <a16:creationId xmlns:a16="http://schemas.microsoft.com/office/drawing/2014/main" id="{DBC8A14F-6BF0-274A-8ECC-FC1BEC243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" y="1902"/>
              <a:ext cx="10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2" name="Freeform 132">
              <a:extLst>
                <a:ext uri="{FF2B5EF4-FFF2-40B4-BE49-F238E27FC236}">
                  <a16:creationId xmlns:a16="http://schemas.microsoft.com/office/drawing/2014/main" id="{8E06E3CE-1460-FC47-9A5B-2150EFE3D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" y="1909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3" name="Freeform 133">
              <a:extLst>
                <a:ext uri="{FF2B5EF4-FFF2-40B4-BE49-F238E27FC236}">
                  <a16:creationId xmlns:a16="http://schemas.microsoft.com/office/drawing/2014/main" id="{C2BCE996-2F73-4245-9C78-054A92FAB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" y="1914"/>
              <a:ext cx="10" cy="11"/>
            </a:xfrm>
            <a:custGeom>
              <a:avLst/>
              <a:gdLst>
                <a:gd name="T0" fmla="*/ 20 w 20"/>
                <a:gd name="T1" fmla="*/ 13 h 21"/>
                <a:gd name="T2" fmla="*/ 15 w 20"/>
                <a:gd name="T3" fmla="*/ 0 h 21"/>
                <a:gd name="T4" fmla="*/ 0 w 20"/>
                <a:gd name="T5" fmla="*/ 7 h 21"/>
                <a:gd name="T6" fmla="*/ 5 w 20"/>
                <a:gd name="T7" fmla="*/ 21 h 21"/>
                <a:gd name="T8" fmla="*/ 20 w 20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21"/>
                <a:gd name="T17" fmla="*/ 20 w 20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21">
                  <a:moveTo>
                    <a:pt x="20" y="13"/>
                  </a:moveTo>
                  <a:lnTo>
                    <a:pt x="15" y="0"/>
                  </a:lnTo>
                  <a:lnTo>
                    <a:pt x="0" y="7"/>
                  </a:lnTo>
                  <a:lnTo>
                    <a:pt x="5" y="21"/>
                  </a:lnTo>
                  <a:lnTo>
                    <a:pt x="2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4" name="Freeform 134">
              <a:extLst>
                <a:ext uri="{FF2B5EF4-FFF2-40B4-BE49-F238E27FC236}">
                  <a16:creationId xmlns:a16="http://schemas.microsoft.com/office/drawing/2014/main" id="{2E2D533C-78BA-2145-B013-A6089E42D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" y="1921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5" name="Freeform 135">
              <a:extLst>
                <a:ext uri="{FF2B5EF4-FFF2-40B4-BE49-F238E27FC236}">
                  <a16:creationId xmlns:a16="http://schemas.microsoft.com/office/drawing/2014/main" id="{1F8B0924-FE89-6E41-9539-4DB8EB80A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" y="1927"/>
              <a:ext cx="10" cy="10"/>
            </a:xfrm>
            <a:custGeom>
              <a:avLst/>
              <a:gdLst>
                <a:gd name="T0" fmla="*/ 19 w 19"/>
                <a:gd name="T1" fmla="*/ 13 h 20"/>
                <a:gd name="T2" fmla="*/ 14 w 19"/>
                <a:gd name="T3" fmla="*/ 0 h 20"/>
                <a:gd name="T4" fmla="*/ 0 w 19"/>
                <a:gd name="T5" fmla="*/ 7 h 20"/>
                <a:gd name="T6" fmla="*/ 6 w 19"/>
                <a:gd name="T7" fmla="*/ 20 h 20"/>
                <a:gd name="T8" fmla="*/ 19 w 19"/>
                <a:gd name="T9" fmla="*/ 1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3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6" y="20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6" name="Freeform 136">
              <a:extLst>
                <a:ext uri="{FF2B5EF4-FFF2-40B4-BE49-F238E27FC236}">
                  <a16:creationId xmlns:a16="http://schemas.microsoft.com/office/drawing/2014/main" id="{388A1926-E0DA-F641-92BA-E8F6A2C06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" y="1933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7" name="Freeform 137">
              <a:extLst>
                <a:ext uri="{FF2B5EF4-FFF2-40B4-BE49-F238E27FC236}">
                  <a16:creationId xmlns:a16="http://schemas.microsoft.com/office/drawing/2014/main" id="{CA58A2C7-72BC-E541-8959-35D9A9CE3D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" y="1939"/>
              <a:ext cx="9" cy="10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138" name="Group 138">
            <a:extLst>
              <a:ext uri="{FF2B5EF4-FFF2-40B4-BE49-F238E27FC236}">
                <a16:creationId xmlns:a16="http://schemas.microsoft.com/office/drawing/2014/main" id="{F2016897-8BF5-8E4D-8F48-98AA1154E37C}"/>
              </a:ext>
            </a:extLst>
          </p:cNvPr>
          <p:cNvGrpSpPr>
            <a:grpSpLocks/>
          </p:cNvGrpSpPr>
          <p:nvPr/>
        </p:nvGrpSpPr>
        <p:grpSpPr bwMode="auto">
          <a:xfrm>
            <a:off x="395536" y="1872456"/>
            <a:ext cx="2876550" cy="1285875"/>
            <a:chOff x="296" y="1585"/>
            <a:chExt cx="1812" cy="810"/>
          </a:xfrm>
        </p:grpSpPr>
        <p:sp>
          <p:nvSpPr>
            <p:cNvPr id="139" name="Freeform 139">
              <a:extLst>
                <a:ext uri="{FF2B5EF4-FFF2-40B4-BE49-F238E27FC236}">
                  <a16:creationId xmlns:a16="http://schemas.microsoft.com/office/drawing/2014/main" id="{98D127DC-6F2B-2B4C-85FC-26B7DCF00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8" y="1585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0" name="Freeform 140">
              <a:extLst>
                <a:ext uri="{FF2B5EF4-FFF2-40B4-BE49-F238E27FC236}">
                  <a16:creationId xmlns:a16="http://schemas.microsoft.com/office/drawing/2014/main" id="{A8FA9552-D5BA-B142-971A-F823134B6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5" y="1591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1" name="Freeform 141">
              <a:extLst>
                <a:ext uri="{FF2B5EF4-FFF2-40B4-BE49-F238E27FC236}">
                  <a16:creationId xmlns:a16="http://schemas.microsoft.com/office/drawing/2014/main" id="{607DF45B-E4CA-D04F-9DD3-A1916D9F3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1597"/>
              <a:ext cx="10" cy="10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2" name="Freeform 142">
              <a:extLst>
                <a:ext uri="{FF2B5EF4-FFF2-40B4-BE49-F238E27FC236}">
                  <a16:creationId xmlns:a16="http://schemas.microsoft.com/office/drawing/2014/main" id="{2436C7DC-12AE-1547-8A4D-AA790EBD5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6" y="1603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3" name="Freeform 143">
              <a:extLst>
                <a:ext uri="{FF2B5EF4-FFF2-40B4-BE49-F238E27FC236}">
                  <a16:creationId xmlns:a16="http://schemas.microsoft.com/office/drawing/2014/main" id="{78B40088-E5C3-6043-B7FD-312540DB4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1609"/>
              <a:ext cx="9" cy="11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4" name="Freeform 144">
              <a:extLst>
                <a:ext uri="{FF2B5EF4-FFF2-40B4-BE49-F238E27FC236}">
                  <a16:creationId xmlns:a16="http://schemas.microsoft.com/office/drawing/2014/main" id="{08A8459B-266B-594E-B1E3-7BEC3DCC8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" y="1616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5" name="Freeform 145">
              <a:extLst>
                <a:ext uri="{FF2B5EF4-FFF2-40B4-BE49-F238E27FC236}">
                  <a16:creationId xmlns:a16="http://schemas.microsoft.com/office/drawing/2014/main" id="{B198C546-4657-0847-9CC2-E144A8F17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1621"/>
              <a:ext cx="11" cy="11"/>
            </a:xfrm>
            <a:custGeom>
              <a:avLst/>
              <a:gdLst>
                <a:gd name="T0" fmla="*/ 21 w 21"/>
                <a:gd name="T1" fmla="*/ 13 h 21"/>
                <a:gd name="T2" fmla="*/ 16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6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6" name="Freeform 146">
              <a:extLst>
                <a:ext uri="{FF2B5EF4-FFF2-40B4-BE49-F238E27FC236}">
                  <a16:creationId xmlns:a16="http://schemas.microsoft.com/office/drawing/2014/main" id="{586D85A3-7B1B-DA43-8E20-BA4B34286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1" y="1628"/>
              <a:ext cx="9" cy="10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7" name="Freeform 147">
              <a:extLst>
                <a:ext uri="{FF2B5EF4-FFF2-40B4-BE49-F238E27FC236}">
                  <a16:creationId xmlns:a16="http://schemas.microsoft.com/office/drawing/2014/main" id="{E267557F-2136-D646-B7FF-B4F5687ED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1634"/>
              <a:ext cx="9" cy="10"/>
            </a:xfrm>
            <a:custGeom>
              <a:avLst/>
              <a:gdLst>
                <a:gd name="T0" fmla="*/ 19 w 19"/>
                <a:gd name="T1" fmla="*/ 13 h 21"/>
                <a:gd name="T2" fmla="*/ 14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8" name="Freeform 148">
              <a:extLst>
                <a:ext uri="{FF2B5EF4-FFF2-40B4-BE49-F238E27FC236}">
                  <a16:creationId xmlns:a16="http://schemas.microsoft.com/office/drawing/2014/main" id="{B445E915-6422-D649-908B-AF8D65877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3" y="1640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9" name="Freeform 149">
              <a:extLst>
                <a:ext uri="{FF2B5EF4-FFF2-40B4-BE49-F238E27FC236}">
                  <a16:creationId xmlns:a16="http://schemas.microsoft.com/office/drawing/2014/main" id="{9C1DDA77-0D4B-6E42-B763-921F8F4EC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" y="1646"/>
              <a:ext cx="10" cy="11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0" name="Freeform 150">
              <a:extLst>
                <a:ext uri="{FF2B5EF4-FFF2-40B4-BE49-F238E27FC236}">
                  <a16:creationId xmlns:a16="http://schemas.microsoft.com/office/drawing/2014/main" id="{DC19C893-0ECD-A24A-9A45-9F12FD411B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1653"/>
              <a:ext cx="10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1" name="Freeform 151">
              <a:extLst>
                <a:ext uri="{FF2B5EF4-FFF2-40B4-BE49-F238E27FC236}">
                  <a16:creationId xmlns:a16="http://schemas.microsoft.com/office/drawing/2014/main" id="{97DBCA66-5AF6-B94D-8212-8D25653C0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1659"/>
              <a:ext cx="10" cy="10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2" name="Freeform 152">
              <a:extLst>
                <a:ext uri="{FF2B5EF4-FFF2-40B4-BE49-F238E27FC236}">
                  <a16:creationId xmlns:a16="http://schemas.microsoft.com/office/drawing/2014/main" id="{59CC658E-60F1-154B-91DE-F9538E051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" y="1665"/>
              <a:ext cx="10" cy="10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3" name="Freeform 153">
              <a:extLst>
                <a:ext uri="{FF2B5EF4-FFF2-40B4-BE49-F238E27FC236}">
                  <a16:creationId xmlns:a16="http://schemas.microsoft.com/office/drawing/2014/main" id="{2E2829B5-47D4-A247-A157-2EE766E53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3" y="1671"/>
              <a:ext cx="10" cy="10"/>
            </a:xfrm>
            <a:custGeom>
              <a:avLst/>
              <a:gdLst>
                <a:gd name="T0" fmla="*/ 21 w 21"/>
                <a:gd name="T1" fmla="*/ 13 h 21"/>
                <a:gd name="T2" fmla="*/ 15 w 21"/>
                <a:gd name="T3" fmla="*/ 0 h 21"/>
                <a:gd name="T4" fmla="*/ 0 w 21"/>
                <a:gd name="T5" fmla="*/ 7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5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4" name="Freeform 154">
              <a:extLst>
                <a:ext uri="{FF2B5EF4-FFF2-40B4-BE49-F238E27FC236}">
                  <a16:creationId xmlns:a16="http://schemas.microsoft.com/office/drawing/2014/main" id="{D7BD8025-FDB8-9D4C-A469-ADB6985723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" y="1678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5" name="Freeform 155">
              <a:extLst>
                <a:ext uri="{FF2B5EF4-FFF2-40B4-BE49-F238E27FC236}">
                  <a16:creationId xmlns:a16="http://schemas.microsoft.com/office/drawing/2014/main" id="{D9EEF456-2DC1-B54C-A93E-D8BE54775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5" y="1683"/>
              <a:ext cx="10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5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5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6" name="Freeform 156">
              <a:extLst>
                <a:ext uri="{FF2B5EF4-FFF2-40B4-BE49-F238E27FC236}">
                  <a16:creationId xmlns:a16="http://schemas.microsoft.com/office/drawing/2014/main" id="{D11DD8B2-85C7-9345-9772-8EC0B8FAB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1690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7" name="Freeform 157">
              <a:extLst>
                <a:ext uri="{FF2B5EF4-FFF2-40B4-BE49-F238E27FC236}">
                  <a16:creationId xmlns:a16="http://schemas.microsoft.com/office/drawing/2014/main" id="{AE001D2A-4FC7-6B42-9F2D-2216C5D22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8" y="1696"/>
              <a:ext cx="9" cy="10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8" name="Freeform 158">
              <a:extLst>
                <a:ext uri="{FF2B5EF4-FFF2-40B4-BE49-F238E27FC236}">
                  <a16:creationId xmlns:a16="http://schemas.microsoft.com/office/drawing/2014/main" id="{F857657B-2695-2348-B05D-3F10390A1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1702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9" name="Freeform 159">
              <a:extLst>
                <a:ext uri="{FF2B5EF4-FFF2-40B4-BE49-F238E27FC236}">
                  <a16:creationId xmlns:a16="http://schemas.microsoft.com/office/drawing/2014/main" id="{A5232369-BC2C-B54B-8B3F-FD37DEACD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" y="1708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0" name="Freeform 160">
              <a:extLst>
                <a:ext uri="{FF2B5EF4-FFF2-40B4-BE49-F238E27FC236}">
                  <a16:creationId xmlns:a16="http://schemas.microsoft.com/office/drawing/2014/main" id="{D15095AB-BA8A-5A48-BC4D-A0A35B1FE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" y="1715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1" name="Freeform 161">
              <a:extLst>
                <a:ext uri="{FF2B5EF4-FFF2-40B4-BE49-F238E27FC236}">
                  <a16:creationId xmlns:a16="http://schemas.microsoft.com/office/drawing/2014/main" id="{505E5B7F-A6D0-2146-8B0A-7F4FCDF93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1720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6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6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2" name="Freeform 162">
              <a:extLst>
                <a:ext uri="{FF2B5EF4-FFF2-40B4-BE49-F238E27FC236}">
                  <a16:creationId xmlns:a16="http://schemas.microsoft.com/office/drawing/2014/main" id="{6D7A91DB-C538-9346-AF8B-9779D8390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" y="1727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3" name="Freeform 163">
              <a:extLst>
                <a:ext uri="{FF2B5EF4-FFF2-40B4-BE49-F238E27FC236}">
                  <a16:creationId xmlns:a16="http://schemas.microsoft.com/office/drawing/2014/main" id="{61D42BDC-AF40-8C47-8EEF-20D9BA1D9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4" y="1733"/>
              <a:ext cx="10" cy="9"/>
            </a:xfrm>
            <a:custGeom>
              <a:avLst/>
              <a:gdLst>
                <a:gd name="T0" fmla="*/ 19 w 19"/>
                <a:gd name="T1" fmla="*/ 14 h 20"/>
                <a:gd name="T2" fmla="*/ 13 w 19"/>
                <a:gd name="T3" fmla="*/ 0 h 20"/>
                <a:gd name="T4" fmla="*/ 0 w 19"/>
                <a:gd name="T5" fmla="*/ 6 h 20"/>
                <a:gd name="T6" fmla="*/ 6 w 19"/>
                <a:gd name="T7" fmla="*/ 20 h 20"/>
                <a:gd name="T8" fmla="*/ 19 w 19"/>
                <a:gd name="T9" fmla="*/ 1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20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4" name="Freeform 164">
              <a:extLst>
                <a:ext uri="{FF2B5EF4-FFF2-40B4-BE49-F238E27FC236}">
                  <a16:creationId xmlns:a16="http://schemas.microsoft.com/office/drawing/2014/main" id="{0BA2AF58-594D-694B-9261-F1C0E2268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" y="1739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5" name="Freeform 165">
              <a:extLst>
                <a:ext uri="{FF2B5EF4-FFF2-40B4-BE49-F238E27FC236}">
                  <a16:creationId xmlns:a16="http://schemas.microsoft.com/office/drawing/2014/main" id="{8DF713ED-FF09-074F-A491-24CBDE6D6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745"/>
              <a:ext cx="9" cy="10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6" name="Freeform 166">
              <a:extLst>
                <a:ext uri="{FF2B5EF4-FFF2-40B4-BE49-F238E27FC236}">
                  <a16:creationId xmlns:a16="http://schemas.microsoft.com/office/drawing/2014/main" id="{860E05B6-D9AE-CD40-83C3-B931720CD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1752"/>
              <a:ext cx="11" cy="9"/>
            </a:xfrm>
            <a:custGeom>
              <a:avLst/>
              <a:gdLst>
                <a:gd name="T0" fmla="*/ 21 w 21"/>
                <a:gd name="T1" fmla="*/ 13 h 19"/>
                <a:gd name="T2" fmla="*/ 16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6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7" name="Freeform 167">
              <a:extLst>
                <a:ext uri="{FF2B5EF4-FFF2-40B4-BE49-F238E27FC236}">
                  <a16:creationId xmlns:a16="http://schemas.microsoft.com/office/drawing/2014/main" id="{4FD05EB5-BF9E-F94F-96AF-423F1919D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9" y="1757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8" name="Freeform 168">
              <a:extLst>
                <a:ext uri="{FF2B5EF4-FFF2-40B4-BE49-F238E27FC236}">
                  <a16:creationId xmlns:a16="http://schemas.microsoft.com/office/drawing/2014/main" id="{ED0967B8-B1C5-2343-A488-547435067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5" y="1764"/>
              <a:ext cx="9" cy="10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9" name="Freeform 169">
              <a:extLst>
                <a:ext uri="{FF2B5EF4-FFF2-40B4-BE49-F238E27FC236}">
                  <a16:creationId xmlns:a16="http://schemas.microsoft.com/office/drawing/2014/main" id="{1FD0065F-1238-E64E-BCDE-0B00344DD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1770"/>
              <a:ext cx="11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0" name="Freeform 170">
              <a:extLst>
                <a:ext uri="{FF2B5EF4-FFF2-40B4-BE49-F238E27FC236}">
                  <a16:creationId xmlns:a16="http://schemas.microsoft.com/office/drawing/2014/main" id="{6A623AD6-6742-3940-B79F-84A0DFC33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1776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1" name="Freeform 171">
              <a:extLst>
                <a:ext uri="{FF2B5EF4-FFF2-40B4-BE49-F238E27FC236}">
                  <a16:creationId xmlns:a16="http://schemas.microsoft.com/office/drawing/2014/main" id="{B9DB89F6-1D29-1346-A01D-7930FE669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" y="1782"/>
              <a:ext cx="9" cy="10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2" name="Freeform 172">
              <a:extLst>
                <a:ext uri="{FF2B5EF4-FFF2-40B4-BE49-F238E27FC236}">
                  <a16:creationId xmlns:a16="http://schemas.microsoft.com/office/drawing/2014/main" id="{02ACE08E-21F5-C449-B660-EA3815927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1789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3" name="Freeform 173">
              <a:extLst>
                <a:ext uri="{FF2B5EF4-FFF2-40B4-BE49-F238E27FC236}">
                  <a16:creationId xmlns:a16="http://schemas.microsoft.com/office/drawing/2014/main" id="{56E6A80E-F769-1541-A59F-A336821C7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5" y="1795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4" name="Freeform 174">
              <a:extLst>
                <a:ext uri="{FF2B5EF4-FFF2-40B4-BE49-F238E27FC236}">
                  <a16:creationId xmlns:a16="http://schemas.microsoft.com/office/drawing/2014/main" id="{CDD523F9-AEB8-1947-8BE2-B050F93DC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801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5" name="Freeform 175">
              <a:extLst>
                <a:ext uri="{FF2B5EF4-FFF2-40B4-BE49-F238E27FC236}">
                  <a16:creationId xmlns:a16="http://schemas.microsoft.com/office/drawing/2014/main" id="{95EA19F4-9FFC-AB4E-B8C8-4149A7089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1807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6" name="Freeform 176">
              <a:extLst>
                <a:ext uri="{FF2B5EF4-FFF2-40B4-BE49-F238E27FC236}">
                  <a16:creationId xmlns:a16="http://schemas.microsoft.com/office/drawing/2014/main" id="{2B95125B-3911-5C4B-817E-F9771F12A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3" y="1814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7" name="Freeform 177">
              <a:extLst>
                <a:ext uri="{FF2B5EF4-FFF2-40B4-BE49-F238E27FC236}">
                  <a16:creationId xmlns:a16="http://schemas.microsoft.com/office/drawing/2014/main" id="{20C659FB-0BA7-F845-AF59-46C8082AD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819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8" name="Freeform 178">
              <a:extLst>
                <a:ext uri="{FF2B5EF4-FFF2-40B4-BE49-F238E27FC236}">
                  <a16:creationId xmlns:a16="http://schemas.microsoft.com/office/drawing/2014/main" id="{DA46E547-4FB5-9E4E-BAC1-368355CDB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6" y="1825"/>
              <a:ext cx="9" cy="10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9" name="Freeform 179">
              <a:extLst>
                <a:ext uri="{FF2B5EF4-FFF2-40B4-BE49-F238E27FC236}">
                  <a16:creationId xmlns:a16="http://schemas.microsoft.com/office/drawing/2014/main" id="{77A9B7B7-C53A-AF45-B352-86D1EB00D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2" y="1832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0" name="Freeform 180">
              <a:extLst>
                <a:ext uri="{FF2B5EF4-FFF2-40B4-BE49-F238E27FC236}">
                  <a16:creationId xmlns:a16="http://schemas.microsoft.com/office/drawing/2014/main" id="{F90653F6-3F2B-BE4F-AE5F-0994DE4D5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1837"/>
              <a:ext cx="10" cy="11"/>
            </a:xfrm>
            <a:custGeom>
              <a:avLst/>
              <a:gdLst>
                <a:gd name="T0" fmla="*/ 19 w 19"/>
                <a:gd name="T1" fmla="*/ 13 h 21"/>
                <a:gd name="T2" fmla="*/ 14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1" name="Freeform 181">
              <a:extLst>
                <a:ext uri="{FF2B5EF4-FFF2-40B4-BE49-F238E27FC236}">
                  <a16:creationId xmlns:a16="http://schemas.microsoft.com/office/drawing/2014/main" id="{ACEB6CA4-391B-DA4F-95A8-7EA36AAA8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1844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2" name="Freeform 182">
              <a:extLst>
                <a:ext uri="{FF2B5EF4-FFF2-40B4-BE49-F238E27FC236}">
                  <a16:creationId xmlns:a16="http://schemas.microsoft.com/office/drawing/2014/main" id="{9BC98876-A06C-3549-B073-8E70B09DB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0" y="1850"/>
              <a:ext cx="10" cy="10"/>
            </a:xfrm>
            <a:custGeom>
              <a:avLst/>
              <a:gdLst>
                <a:gd name="T0" fmla="*/ 21 w 21"/>
                <a:gd name="T1" fmla="*/ 14 h 21"/>
                <a:gd name="T2" fmla="*/ 16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4"/>
                  </a:moveTo>
                  <a:lnTo>
                    <a:pt x="16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3" name="Freeform 183">
              <a:extLst>
                <a:ext uri="{FF2B5EF4-FFF2-40B4-BE49-F238E27FC236}">
                  <a16:creationId xmlns:a16="http://schemas.microsoft.com/office/drawing/2014/main" id="{D1F7D498-8C02-1F46-931B-06CFB1F2B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" y="1856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4" name="Freeform 184">
              <a:extLst>
                <a:ext uri="{FF2B5EF4-FFF2-40B4-BE49-F238E27FC236}">
                  <a16:creationId xmlns:a16="http://schemas.microsoft.com/office/drawing/2014/main" id="{EEF1F570-F838-324D-988D-254290B61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1862"/>
              <a:ext cx="10" cy="11"/>
            </a:xfrm>
            <a:custGeom>
              <a:avLst/>
              <a:gdLst>
                <a:gd name="T0" fmla="*/ 19 w 19"/>
                <a:gd name="T1" fmla="*/ 14 h 21"/>
                <a:gd name="T2" fmla="*/ 14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4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5" name="Freeform 185">
              <a:extLst>
                <a:ext uri="{FF2B5EF4-FFF2-40B4-BE49-F238E27FC236}">
                  <a16:creationId xmlns:a16="http://schemas.microsoft.com/office/drawing/2014/main" id="{415F2E51-1A97-F34D-8DA1-0DA2836B4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" y="1869"/>
              <a:ext cx="10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6" name="Freeform 186">
              <a:extLst>
                <a:ext uri="{FF2B5EF4-FFF2-40B4-BE49-F238E27FC236}">
                  <a16:creationId xmlns:a16="http://schemas.microsoft.com/office/drawing/2014/main" id="{57666833-18B7-BE46-A0F5-903C0FCC3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" y="1874"/>
              <a:ext cx="9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7" name="Freeform 187">
              <a:extLst>
                <a:ext uri="{FF2B5EF4-FFF2-40B4-BE49-F238E27FC236}">
                  <a16:creationId xmlns:a16="http://schemas.microsoft.com/office/drawing/2014/main" id="{34FE80DA-BAD5-7944-9359-16081B431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" y="1881"/>
              <a:ext cx="10" cy="10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8" name="Freeform 188">
              <a:extLst>
                <a:ext uri="{FF2B5EF4-FFF2-40B4-BE49-F238E27FC236}">
                  <a16:creationId xmlns:a16="http://schemas.microsoft.com/office/drawing/2014/main" id="{AD4B7A71-D068-8E49-A4AC-FC10F3452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1887"/>
              <a:ext cx="9" cy="10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9" name="Freeform 189">
              <a:extLst>
                <a:ext uri="{FF2B5EF4-FFF2-40B4-BE49-F238E27FC236}">
                  <a16:creationId xmlns:a16="http://schemas.microsoft.com/office/drawing/2014/main" id="{C74C072C-EDFE-994B-A332-4DF8EF350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" y="1893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0" name="Freeform 190">
              <a:extLst>
                <a:ext uri="{FF2B5EF4-FFF2-40B4-BE49-F238E27FC236}">
                  <a16:creationId xmlns:a16="http://schemas.microsoft.com/office/drawing/2014/main" id="{5AB65FE9-F23F-7E44-9B88-792B52141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1899"/>
              <a:ext cx="11" cy="11"/>
            </a:xfrm>
            <a:custGeom>
              <a:avLst/>
              <a:gdLst>
                <a:gd name="T0" fmla="*/ 21 w 21"/>
                <a:gd name="T1" fmla="*/ 14 h 21"/>
                <a:gd name="T2" fmla="*/ 15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4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1" name="Freeform 191">
              <a:extLst>
                <a:ext uri="{FF2B5EF4-FFF2-40B4-BE49-F238E27FC236}">
                  <a16:creationId xmlns:a16="http://schemas.microsoft.com/office/drawing/2014/main" id="{7ADD313C-A7F7-034D-AD82-4C327D58C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1906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2" name="Freeform 192">
              <a:extLst>
                <a:ext uri="{FF2B5EF4-FFF2-40B4-BE49-F238E27FC236}">
                  <a16:creationId xmlns:a16="http://schemas.microsoft.com/office/drawing/2014/main" id="{010D2826-23E3-D649-982C-13D56B081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1" y="1912"/>
              <a:ext cx="9" cy="10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3" name="Freeform 193">
              <a:extLst>
                <a:ext uri="{FF2B5EF4-FFF2-40B4-BE49-F238E27FC236}">
                  <a16:creationId xmlns:a16="http://schemas.microsoft.com/office/drawing/2014/main" id="{B8B612EC-9BED-6D48-8004-8B4856F14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7" y="1918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4" name="Freeform 194">
              <a:extLst>
                <a:ext uri="{FF2B5EF4-FFF2-40B4-BE49-F238E27FC236}">
                  <a16:creationId xmlns:a16="http://schemas.microsoft.com/office/drawing/2014/main" id="{2CABADFA-1C2D-AA44-8847-8B3188F78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3" y="1924"/>
              <a:ext cx="10" cy="10"/>
            </a:xfrm>
            <a:custGeom>
              <a:avLst/>
              <a:gdLst>
                <a:gd name="T0" fmla="*/ 20 w 20"/>
                <a:gd name="T1" fmla="*/ 13 h 21"/>
                <a:gd name="T2" fmla="*/ 14 w 20"/>
                <a:gd name="T3" fmla="*/ 0 h 21"/>
                <a:gd name="T4" fmla="*/ 0 w 20"/>
                <a:gd name="T5" fmla="*/ 7 h 21"/>
                <a:gd name="T6" fmla="*/ 6 w 20"/>
                <a:gd name="T7" fmla="*/ 21 h 21"/>
                <a:gd name="T8" fmla="*/ 20 w 20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21"/>
                <a:gd name="T17" fmla="*/ 20 w 20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21">
                  <a:moveTo>
                    <a:pt x="20" y="13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2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5" name="Freeform 195">
              <a:extLst>
                <a:ext uri="{FF2B5EF4-FFF2-40B4-BE49-F238E27FC236}">
                  <a16:creationId xmlns:a16="http://schemas.microsoft.com/office/drawing/2014/main" id="{DB03C9D0-1F2C-7748-AD87-B89BF3637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1931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6" name="Freeform 196">
              <a:extLst>
                <a:ext uri="{FF2B5EF4-FFF2-40B4-BE49-F238E27FC236}">
                  <a16:creationId xmlns:a16="http://schemas.microsoft.com/office/drawing/2014/main" id="{ECA99342-0DBF-7D4D-86A5-1A560278A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" y="1936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7" name="Freeform 197">
              <a:extLst>
                <a:ext uri="{FF2B5EF4-FFF2-40B4-BE49-F238E27FC236}">
                  <a16:creationId xmlns:a16="http://schemas.microsoft.com/office/drawing/2014/main" id="{75EDCCAC-11D7-C04F-959C-39C1AC63B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" y="1943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8" name="Freeform 198">
              <a:extLst>
                <a:ext uri="{FF2B5EF4-FFF2-40B4-BE49-F238E27FC236}">
                  <a16:creationId xmlns:a16="http://schemas.microsoft.com/office/drawing/2014/main" id="{6644E7B1-C564-BF48-A236-FAEB3A5A2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" y="1949"/>
              <a:ext cx="11" cy="9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9" name="Freeform 199">
              <a:extLst>
                <a:ext uri="{FF2B5EF4-FFF2-40B4-BE49-F238E27FC236}">
                  <a16:creationId xmlns:a16="http://schemas.microsoft.com/office/drawing/2014/main" id="{205CCFCB-9390-CC47-885F-58D445DEA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4" y="1955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0" name="Freeform 200">
              <a:extLst>
                <a:ext uri="{FF2B5EF4-FFF2-40B4-BE49-F238E27FC236}">
                  <a16:creationId xmlns:a16="http://schemas.microsoft.com/office/drawing/2014/main" id="{BE2B69D4-9ADF-4445-897A-9294EFB3B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" y="1961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1" name="Freeform 201">
              <a:extLst>
                <a:ext uri="{FF2B5EF4-FFF2-40B4-BE49-F238E27FC236}">
                  <a16:creationId xmlns:a16="http://schemas.microsoft.com/office/drawing/2014/main" id="{772DEE5C-ED26-EA46-800D-4F16353F2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5" y="1968"/>
              <a:ext cx="11" cy="9"/>
            </a:xfrm>
            <a:custGeom>
              <a:avLst/>
              <a:gdLst>
                <a:gd name="T0" fmla="*/ 20 w 20"/>
                <a:gd name="T1" fmla="*/ 14 h 19"/>
                <a:gd name="T2" fmla="*/ 15 w 20"/>
                <a:gd name="T3" fmla="*/ 0 h 19"/>
                <a:gd name="T4" fmla="*/ 0 w 20"/>
                <a:gd name="T5" fmla="*/ 6 h 19"/>
                <a:gd name="T6" fmla="*/ 5 w 20"/>
                <a:gd name="T7" fmla="*/ 19 h 19"/>
                <a:gd name="T8" fmla="*/ 20 w 20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20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0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2" name="Freeform 202">
              <a:extLst>
                <a:ext uri="{FF2B5EF4-FFF2-40B4-BE49-F238E27FC236}">
                  <a16:creationId xmlns:a16="http://schemas.microsoft.com/office/drawing/2014/main" id="{8C0DE0ED-981B-DD40-9F0E-9F1EB4C3B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2" y="1973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3" name="Freeform 203">
              <a:extLst>
                <a:ext uri="{FF2B5EF4-FFF2-40B4-BE49-F238E27FC236}">
                  <a16:creationId xmlns:a16="http://schemas.microsoft.com/office/drawing/2014/main" id="{46FC3F76-AF4E-5D4B-AC6C-D7C397DBB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8" y="1980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4" name="Freeform 204">
              <a:extLst>
                <a:ext uri="{FF2B5EF4-FFF2-40B4-BE49-F238E27FC236}">
                  <a16:creationId xmlns:a16="http://schemas.microsoft.com/office/drawing/2014/main" id="{D85AF071-2A2D-D448-9B37-C3EF1C609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3" y="1986"/>
              <a:ext cx="11" cy="9"/>
            </a:xfrm>
            <a:custGeom>
              <a:avLst/>
              <a:gdLst>
                <a:gd name="T0" fmla="*/ 21 w 21"/>
                <a:gd name="T1" fmla="*/ 14 h 20"/>
                <a:gd name="T2" fmla="*/ 15 w 21"/>
                <a:gd name="T3" fmla="*/ 0 h 20"/>
                <a:gd name="T4" fmla="*/ 0 w 21"/>
                <a:gd name="T5" fmla="*/ 6 h 20"/>
                <a:gd name="T6" fmla="*/ 6 w 21"/>
                <a:gd name="T7" fmla="*/ 20 h 20"/>
                <a:gd name="T8" fmla="*/ 21 w 21"/>
                <a:gd name="T9" fmla="*/ 1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0"/>
                <a:gd name="T17" fmla="*/ 21 w 21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0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20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5" name="Freeform 205">
              <a:extLst>
                <a:ext uri="{FF2B5EF4-FFF2-40B4-BE49-F238E27FC236}">
                  <a16:creationId xmlns:a16="http://schemas.microsoft.com/office/drawing/2014/main" id="{22999443-C6B5-5A40-A20F-893E56BE6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" y="1992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6" name="Freeform 206">
              <a:extLst>
                <a:ext uri="{FF2B5EF4-FFF2-40B4-BE49-F238E27FC236}">
                  <a16:creationId xmlns:a16="http://schemas.microsoft.com/office/drawing/2014/main" id="{2E3A1ABF-9FBB-F64C-9568-D644FE375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" y="1998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7" name="Freeform 207">
              <a:extLst>
                <a:ext uri="{FF2B5EF4-FFF2-40B4-BE49-F238E27FC236}">
                  <a16:creationId xmlns:a16="http://schemas.microsoft.com/office/drawing/2014/main" id="{63EF7EC4-B4E4-E34D-81BF-C97456CD6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2005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8" name="Freeform 208">
              <a:extLst>
                <a:ext uri="{FF2B5EF4-FFF2-40B4-BE49-F238E27FC236}">
                  <a16:creationId xmlns:a16="http://schemas.microsoft.com/office/drawing/2014/main" id="{D7189C3B-5BDC-2648-A93C-375E55A19E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" y="2010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9" name="Freeform 209">
              <a:extLst>
                <a:ext uri="{FF2B5EF4-FFF2-40B4-BE49-F238E27FC236}">
                  <a16:creationId xmlns:a16="http://schemas.microsoft.com/office/drawing/2014/main" id="{475E83CE-8543-CE4A-9CE0-C0A013C8B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" y="2017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10" name="Freeform 210">
              <a:extLst>
                <a:ext uri="{FF2B5EF4-FFF2-40B4-BE49-F238E27FC236}">
                  <a16:creationId xmlns:a16="http://schemas.microsoft.com/office/drawing/2014/main" id="{19CD8707-CDF6-4D4D-BAD4-C9F19E809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" y="2023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11" name="Freeform 211">
              <a:extLst>
                <a:ext uri="{FF2B5EF4-FFF2-40B4-BE49-F238E27FC236}">
                  <a16:creationId xmlns:a16="http://schemas.microsoft.com/office/drawing/2014/main" id="{11216E7F-4FED-7C44-8848-9357FE701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6" y="2029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12" name="Freeform 212">
              <a:extLst>
                <a:ext uri="{FF2B5EF4-FFF2-40B4-BE49-F238E27FC236}">
                  <a16:creationId xmlns:a16="http://schemas.microsoft.com/office/drawing/2014/main" id="{F884BD1C-2E3E-C64E-A324-9D8D55F63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" y="2035"/>
              <a:ext cx="11" cy="10"/>
            </a:xfrm>
            <a:custGeom>
              <a:avLst/>
              <a:gdLst>
                <a:gd name="T0" fmla="*/ 21 w 21"/>
                <a:gd name="T1" fmla="*/ 14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13" name="Freeform 213">
              <a:extLst>
                <a:ext uri="{FF2B5EF4-FFF2-40B4-BE49-F238E27FC236}">
                  <a16:creationId xmlns:a16="http://schemas.microsoft.com/office/drawing/2014/main" id="{07F432F6-7859-A040-8762-1DCABD68F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" y="2042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14" name="Freeform 214">
              <a:extLst>
                <a:ext uri="{FF2B5EF4-FFF2-40B4-BE49-F238E27FC236}">
                  <a16:creationId xmlns:a16="http://schemas.microsoft.com/office/drawing/2014/main" id="{8DAC3BF2-BD3A-DB41-B7D2-90432A96B1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5" y="2048"/>
              <a:ext cx="10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15" name="Freeform 215">
              <a:extLst>
                <a:ext uri="{FF2B5EF4-FFF2-40B4-BE49-F238E27FC236}">
                  <a16:creationId xmlns:a16="http://schemas.microsoft.com/office/drawing/2014/main" id="{718662C5-C2AB-184B-953A-892A37CD3A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" y="2053"/>
              <a:ext cx="10" cy="11"/>
            </a:xfrm>
            <a:custGeom>
              <a:avLst/>
              <a:gdLst>
                <a:gd name="T0" fmla="*/ 19 w 19"/>
                <a:gd name="T1" fmla="*/ 13 h 20"/>
                <a:gd name="T2" fmla="*/ 13 w 19"/>
                <a:gd name="T3" fmla="*/ 0 h 20"/>
                <a:gd name="T4" fmla="*/ 0 w 19"/>
                <a:gd name="T5" fmla="*/ 7 h 20"/>
                <a:gd name="T6" fmla="*/ 5 w 19"/>
                <a:gd name="T7" fmla="*/ 20 h 20"/>
                <a:gd name="T8" fmla="*/ 19 w 19"/>
                <a:gd name="T9" fmla="*/ 1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5" y="20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16" name="Freeform 216">
              <a:extLst>
                <a:ext uri="{FF2B5EF4-FFF2-40B4-BE49-F238E27FC236}">
                  <a16:creationId xmlns:a16="http://schemas.microsoft.com/office/drawing/2014/main" id="{2453C91F-626A-E948-A3DF-4C00710C7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2060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17" name="Freeform 217">
              <a:extLst>
                <a:ext uri="{FF2B5EF4-FFF2-40B4-BE49-F238E27FC236}">
                  <a16:creationId xmlns:a16="http://schemas.microsoft.com/office/drawing/2014/main" id="{2875CE53-DA2F-E649-B365-C462773C8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3" y="2066"/>
              <a:ext cx="10" cy="10"/>
            </a:xfrm>
            <a:custGeom>
              <a:avLst/>
              <a:gdLst>
                <a:gd name="T0" fmla="*/ 21 w 21"/>
                <a:gd name="T1" fmla="*/ 14 h 21"/>
                <a:gd name="T2" fmla="*/ 16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4"/>
                  </a:moveTo>
                  <a:lnTo>
                    <a:pt x="16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18" name="Freeform 218">
              <a:extLst>
                <a:ext uri="{FF2B5EF4-FFF2-40B4-BE49-F238E27FC236}">
                  <a16:creationId xmlns:a16="http://schemas.microsoft.com/office/drawing/2014/main" id="{25275493-148A-674F-856E-8CF2384D5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" y="2072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19" name="Freeform 219">
              <a:extLst>
                <a:ext uri="{FF2B5EF4-FFF2-40B4-BE49-F238E27FC236}">
                  <a16:creationId xmlns:a16="http://schemas.microsoft.com/office/drawing/2014/main" id="{240122C8-48D9-3D40-9199-26470A7E3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" y="2078"/>
              <a:ext cx="10" cy="10"/>
            </a:xfrm>
            <a:custGeom>
              <a:avLst/>
              <a:gdLst>
                <a:gd name="T0" fmla="*/ 19 w 19"/>
                <a:gd name="T1" fmla="*/ 13 h 21"/>
                <a:gd name="T2" fmla="*/ 14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4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0" name="Freeform 220">
              <a:extLst>
                <a:ext uri="{FF2B5EF4-FFF2-40B4-BE49-F238E27FC236}">
                  <a16:creationId xmlns:a16="http://schemas.microsoft.com/office/drawing/2014/main" id="{FFB92D3A-64B4-9C4E-9A41-EA45797C5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" y="2085"/>
              <a:ext cx="10" cy="9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1" name="Freeform 221">
              <a:extLst>
                <a:ext uri="{FF2B5EF4-FFF2-40B4-BE49-F238E27FC236}">
                  <a16:creationId xmlns:a16="http://schemas.microsoft.com/office/drawing/2014/main" id="{E9873589-F48C-4049-AC3E-C7CA6B634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8" y="2090"/>
              <a:ext cx="9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2" name="Freeform 222">
              <a:extLst>
                <a:ext uri="{FF2B5EF4-FFF2-40B4-BE49-F238E27FC236}">
                  <a16:creationId xmlns:a16="http://schemas.microsoft.com/office/drawing/2014/main" id="{FC68F262-9D70-0F49-92C1-868A88809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" y="2097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3" name="Freeform 223">
              <a:extLst>
                <a:ext uri="{FF2B5EF4-FFF2-40B4-BE49-F238E27FC236}">
                  <a16:creationId xmlns:a16="http://schemas.microsoft.com/office/drawing/2014/main" id="{D25F64C1-5000-4542-AFDC-D08050A17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" y="2103"/>
              <a:ext cx="9" cy="10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4" name="Freeform 224">
              <a:extLst>
                <a:ext uri="{FF2B5EF4-FFF2-40B4-BE49-F238E27FC236}">
                  <a16:creationId xmlns:a16="http://schemas.microsoft.com/office/drawing/2014/main" id="{465A69F7-3746-8049-B837-57A69C790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" y="2109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5" name="Freeform 225">
              <a:extLst>
                <a:ext uri="{FF2B5EF4-FFF2-40B4-BE49-F238E27FC236}">
                  <a16:creationId xmlns:a16="http://schemas.microsoft.com/office/drawing/2014/main" id="{C7ED670E-8B36-E940-B3F3-845BDE426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2115"/>
              <a:ext cx="11" cy="11"/>
            </a:xfrm>
            <a:custGeom>
              <a:avLst/>
              <a:gdLst>
                <a:gd name="T0" fmla="*/ 21 w 21"/>
                <a:gd name="T1" fmla="*/ 14 h 21"/>
                <a:gd name="T2" fmla="*/ 15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4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6" name="Freeform 226">
              <a:extLst>
                <a:ext uri="{FF2B5EF4-FFF2-40B4-BE49-F238E27FC236}">
                  <a16:creationId xmlns:a16="http://schemas.microsoft.com/office/drawing/2014/main" id="{2FA822A6-F04A-6E4A-BCD5-80F92CF4D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" y="2122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7" name="Freeform 227">
              <a:extLst>
                <a:ext uri="{FF2B5EF4-FFF2-40B4-BE49-F238E27FC236}">
                  <a16:creationId xmlns:a16="http://schemas.microsoft.com/office/drawing/2014/main" id="{878AC591-2249-854A-98F3-65968845C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" y="2127"/>
              <a:ext cx="9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8" name="Freeform 228">
              <a:extLst>
                <a:ext uri="{FF2B5EF4-FFF2-40B4-BE49-F238E27FC236}">
                  <a16:creationId xmlns:a16="http://schemas.microsoft.com/office/drawing/2014/main" id="{64BE42DA-1173-2947-B269-FF6D530E0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" y="2134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9" name="Freeform 229">
              <a:extLst>
                <a:ext uri="{FF2B5EF4-FFF2-40B4-BE49-F238E27FC236}">
                  <a16:creationId xmlns:a16="http://schemas.microsoft.com/office/drawing/2014/main" id="{278E1F46-71A9-B446-8958-4521D380E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" y="2140"/>
              <a:ext cx="10" cy="10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5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5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0" name="Freeform 230">
              <a:extLst>
                <a:ext uri="{FF2B5EF4-FFF2-40B4-BE49-F238E27FC236}">
                  <a16:creationId xmlns:a16="http://schemas.microsoft.com/office/drawing/2014/main" id="{A436DFE5-8E5C-DA43-AEE4-C3D59794B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" y="2146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1" name="Freeform 231">
              <a:extLst>
                <a:ext uri="{FF2B5EF4-FFF2-40B4-BE49-F238E27FC236}">
                  <a16:creationId xmlns:a16="http://schemas.microsoft.com/office/drawing/2014/main" id="{579FF8A8-A668-5F4E-993D-47F574B15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" y="2152"/>
              <a:ext cx="9" cy="11"/>
            </a:xfrm>
            <a:custGeom>
              <a:avLst/>
              <a:gdLst>
                <a:gd name="T0" fmla="*/ 19 w 19"/>
                <a:gd name="T1" fmla="*/ 14 h 21"/>
                <a:gd name="T2" fmla="*/ 14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4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2" name="Freeform 232">
              <a:extLst>
                <a:ext uri="{FF2B5EF4-FFF2-40B4-BE49-F238E27FC236}">
                  <a16:creationId xmlns:a16="http://schemas.microsoft.com/office/drawing/2014/main" id="{7E1F5AB0-BC7D-674F-9DFB-0689C24B4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" y="2159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3" name="Freeform 233">
              <a:extLst>
                <a:ext uri="{FF2B5EF4-FFF2-40B4-BE49-F238E27FC236}">
                  <a16:creationId xmlns:a16="http://schemas.microsoft.com/office/drawing/2014/main" id="{0F0F4DB2-17F3-3F4E-890F-304B7A309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" y="2165"/>
              <a:ext cx="11" cy="10"/>
            </a:xfrm>
            <a:custGeom>
              <a:avLst/>
              <a:gdLst>
                <a:gd name="T0" fmla="*/ 21 w 21"/>
                <a:gd name="T1" fmla="*/ 13 h 21"/>
                <a:gd name="T2" fmla="*/ 16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6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4" name="Freeform 234">
              <a:extLst>
                <a:ext uri="{FF2B5EF4-FFF2-40B4-BE49-F238E27FC236}">
                  <a16:creationId xmlns:a16="http://schemas.microsoft.com/office/drawing/2014/main" id="{553E2759-CA28-8A47-95BD-6371A3770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" y="2171"/>
              <a:ext cx="9" cy="10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5" name="Freeform 235">
              <a:extLst>
                <a:ext uri="{FF2B5EF4-FFF2-40B4-BE49-F238E27FC236}">
                  <a16:creationId xmlns:a16="http://schemas.microsoft.com/office/drawing/2014/main" id="{571D6230-9905-4B46-9208-4D57A6DA7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" y="2177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6" name="Freeform 236">
              <a:extLst>
                <a:ext uri="{FF2B5EF4-FFF2-40B4-BE49-F238E27FC236}">
                  <a16:creationId xmlns:a16="http://schemas.microsoft.com/office/drawing/2014/main" id="{39F9BF92-F767-FC46-818E-4679706FC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" y="2184"/>
              <a:ext cx="11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7" name="Freeform 237">
              <a:extLst>
                <a:ext uri="{FF2B5EF4-FFF2-40B4-BE49-F238E27FC236}">
                  <a16:creationId xmlns:a16="http://schemas.microsoft.com/office/drawing/2014/main" id="{BC5451BC-A313-CE44-B290-4B1846334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" y="2189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8" name="Freeform 238">
              <a:extLst>
                <a:ext uri="{FF2B5EF4-FFF2-40B4-BE49-F238E27FC236}">
                  <a16:creationId xmlns:a16="http://schemas.microsoft.com/office/drawing/2014/main" id="{002D715B-9E8B-604C-BBD1-98251DB01A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" y="2196"/>
              <a:ext cx="10" cy="9"/>
            </a:xfrm>
            <a:custGeom>
              <a:avLst/>
              <a:gdLst>
                <a:gd name="T0" fmla="*/ 21 w 21"/>
                <a:gd name="T1" fmla="*/ 13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9" name="Freeform 239">
              <a:extLst>
                <a:ext uri="{FF2B5EF4-FFF2-40B4-BE49-F238E27FC236}">
                  <a16:creationId xmlns:a16="http://schemas.microsoft.com/office/drawing/2014/main" id="{19FDA4AD-4785-794E-98F1-A93F3AA20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" y="2202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0" name="Freeform 240">
              <a:extLst>
                <a:ext uri="{FF2B5EF4-FFF2-40B4-BE49-F238E27FC236}">
                  <a16:creationId xmlns:a16="http://schemas.microsoft.com/office/drawing/2014/main" id="{3C32C170-DA9D-504E-BA56-BD80B22E4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" y="2208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1" name="Freeform 241">
              <a:extLst>
                <a:ext uri="{FF2B5EF4-FFF2-40B4-BE49-F238E27FC236}">
                  <a16:creationId xmlns:a16="http://schemas.microsoft.com/office/drawing/2014/main" id="{BC267D71-8EDE-AC4C-8A01-3389614E7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" y="2214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2" name="Freeform 242">
              <a:extLst>
                <a:ext uri="{FF2B5EF4-FFF2-40B4-BE49-F238E27FC236}">
                  <a16:creationId xmlns:a16="http://schemas.microsoft.com/office/drawing/2014/main" id="{72E49AE8-ECFA-DC44-864A-30A930FDF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" y="2221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3" name="Freeform 243">
              <a:extLst>
                <a:ext uri="{FF2B5EF4-FFF2-40B4-BE49-F238E27FC236}">
                  <a16:creationId xmlns:a16="http://schemas.microsoft.com/office/drawing/2014/main" id="{58775CC9-1BA2-F947-88CE-3B10FDB9B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" y="2226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4" name="Freeform 244">
              <a:extLst>
                <a:ext uri="{FF2B5EF4-FFF2-40B4-BE49-F238E27FC236}">
                  <a16:creationId xmlns:a16="http://schemas.microsoft.com/office/drawing/2014/main" id="{071B9D18-D970-D041-BAD5-E2B77C7A8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" y="2233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5" name="Freeform 245">
              <a:extLst>
                <a:ext uri="{FF2B5EF4-FFF2-40B4-BE49-F238E27FC236}">
                  <a16:creationId xmlns:a16="http://schemas.microsoft.com/office/drawing/2014/main" id="{8450CECA-B42D-8447-99EE-6AA2380C8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" y="2239"/>
              <a:ext cx="9" cy="9"/>
            </a:xfrm>
            <a:custGeom>
              <a:avLst/>
              <a:gdLst>
                <a:gd name="T0" fmla="*/ 19 w 19"/>
                <a:gd name="T1" fmla="*/ 14 h 20"/>
                <a:gd name="T2" fmla="*/ 14 w 19"/>
                <a:gd name="T3" fmla="*/ 0 h 20"/>
                <a:gd name="T4" fmla="*/ 0 w 19"/>
                <a:gd name="T5" fmla="*/ 6 h 20"/>
                <a:gd name="T6" fmla="*/ 6 w 19"/>
                <a:gd name="T7" fmla="*/ 20 h 20"/>
                <a:gd name="T8" fmla="*/ 19 w 19"/>
                <a:gd name="T9" fmla="*/ 1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20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6" name="Freeform 246">
              <a:extLst>
                <a:ext uri="{FF2B5EF4-FFF2-40B4-BE49-F238E27FC236}">
                  <a16:creationId xmlns:a16="http://schemas.microsoft.com/office/drawing/2014/main" id="{3358EEDD-8D9C-5C43-BF61-4F53E4401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" y="2245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7" name="Freeform 247">
              <a:extLst>
                <a:ext uri="{FF2B5EF4-FFF2-40B4-BE49-F238E27FC236}">
                  <a16:creationId xmlns:a16="http://schemas.microsoft.com/office/drawing/2014/main" id="{CEE738DE-F549-244B-8B25-6D1EA52BA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" y="2251"/>
              <a:ext cx="10" cy="10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8" name="Freeform 248">
              <a:extLst>
                <a:ext uri="{FF2B5EF4-FFF2-40B4-BE49-F238E27FC236}">
                  <a16:creationId xmlns:a16="http://schemas.microsoft.com/office/drawing/2014/main" id="{FA7950DC-4B22-FF4F-BB31-A86A9EF1B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" y="2258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9" name="Freeform 249">
              <a:extLst>
                <a:ext uri="{FF2B5EF4-FFF2-40B4-BE49-F238E27FC236}">
                  <a16:creationId xmlns:a16="http://schemas.microsoft.com/office/drawing/2014/main" id="{461B03F7-0B9B-2143-B469-3BE6A0BB4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" y="2263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50" name="Freeform 250">
              <a:extLst>
                <a:ext uri="{FF2B5EF4-FFF2-40B4-BE49-F238E27FC236}">
                  <a16:creationId xmlns:a16="http://schemas.microsoft.com/office/drawing/2014/main" id="{7047CB90-3E88-5043-9011-EFAA9360F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" y="2270"/>
              <a:ext cx="10" cy="10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51" name="Freeform 251">
              <a:extLst>
                <a:ext uri="{FF2B5EF4-FFF2-40B4-BE49-F238E27FC236}">
                  <a16:creationId xmlns:a16="http://schemas.microsoft.com/office/drawing/2014/main" id="{6D77DAC2-83A9-D748-B06E-D20E3FB63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" y="2276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52" name="Freeform 252">
              <a:extLst>
                <a:ext uri="{FF2B5EF4-FFF2-40B4-BE49-F238E27FC236}">
                  <a16:creationId xmlns:a16="http://schemas.microsoft.com/office/drawing/2014/main" id="{E2E5237A-306F-DD4E-AEC6-A6D182B3C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2282"/>
              <a:ext cx="10" cy="10"/>
            </a:xfrm>
            <a:custGeom>
              <a:avLst/>
              <a:gdLst>
                <a:gd name="T0" fmla="*/ 20 w 20"/>
                <a:gd name="T1" fmla="*/ 13 h 19"/>
                <a:gd name="T2" fmla="*/ 15 w 20"/>
                <a:gd name="T3" fmla="*/ 0 h 19"/>
                <a:gd name="T4" fmla="*/ 0 w 20"/>
                <a:gd name="T5" fmla="*/ 6 h 19"/>
                <a:gd name="T6" fmla="*/ 5 w 20"/>
                <a:gd name="T7" fmla="*/ 19 h 19"/>
                <a:gd name="T8" fmla="*/ 20 w 20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20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53" name="Freeform 253">
              <a:extLst>
                <a:ext uri="{FF2B5EF4-FFF2-40B4-BE49-F238E27FC236}">
                  <a16:creationId xmlns:a16="http://schemas.microsoft.com/office/drawing/2014/main" id="{A88BFCB2-61B3-D34A-8BB6-B4AAB9471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" y="2288"/>
              <a:ext cx="10" cy="10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54" name="Freeform 254">
              <a:extLst>
                <a:ext uri="{FF2B5EF4-FFF2-40B4-BE49-F238E27FC236}">
                  <a16:creationId xmlns:a16="http://schemas.microsoft.com/office/drawing/2014/main" id="{902DA00F-BBA3-BD49-8E3C-51F069A76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" y="2294"/>
              <a:ext cx="11" cy="10"/>
            </a:xfrm>
            <a:custGeom>
              <a:avLst/>
              <a:gdLst>
                <a:gd name="T0" fmla="*/ 21 w 21"/>
                <a:gd name="T1" fmla="*/ 13 h 21"/>
                <a:gd name="T2" fmla="*/ 16 w 21"/>
                <a:gd name="T3" fmla="*/ 0 h 21"/>
                <a:gd name="T4" fmla="*/ 0 w 21"/>
                <a:gd name="T5" fmla="*/ 7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6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55" name="Freeform 255">
              <a:extLst>
                <a:ext uri="{FF2B5EF4-FFF2-40B4-BE49-F238E27FC236}">
                  <a16:creationId xmlns:a16="http://schemas.microsoft.com/office/drawing/2014/main" id="{11CF8F42-9455-FA4B-B6A5-6792733E5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" y="2301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56" name="Freeform 256">
              <a:extLst>
                <a:ext uri="{FF2B5EF4-FFF2-40B4-BE49-F238E27FC236}">
                  <a16:creationId xmlns:a16="http://schemas.microsoft.com/office/drawing/2014/main" id="{4CEFBBED-E472-E245-BC42-4E9276EB87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" y="2306"/>
              <a:ext cx="9" cy="11"/>
            </a:xfrm>
            <a:custGeom>
              <a:avLst/>
              <a:gdLst>
                <a:gd name="T0" fmla="*/ 19 w 19"/>
                <a:gd name="T1" fmla="*/ 13 h 20"/>
                <a:gd name="T2" fmla="*/ 14 w 19"/>
                <a:gd name="T3" fmla="*/ 0 h 20"/>
                <a:gd name="T4" fmla="*/ 0 w 19"/>
                <a:gd name="T5" fmla="*/ 7 h 20"/>
                <a:gd name="T6" fmla="*/ 6 w 19"/>
                <a:gd name="T7" fmla="*/ 20 h 20"/>
                <a:gd name="T8" fmla="*/ 19 w 19"/>
                <a:gd name="T9" fmla="*/ 1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3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6" y="20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57" name="Freeform 257">
              <a:extLst>
                <a:ext uri="{FF2B5EF4-FFF2-40B4-BE49-F238E27FC236}">
                  <a16:creationId xmlns:a16="http://schemas.microsoft.com/office/drawing/2014/main" id="{CAAE4982-A3D5-D247-83AD-FF8F6D29B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" y="2313"/>
              <a:ext cx="11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58" name="Freeform 258">
              <a:extLst>
                <a:ext uri="{FF2B5EF4-FFF2-40B4-BE49-F238E27FC236}">
                  <a16:creationId xmlns:a16="http://schemas.microsoft.com/office/drawing/2014/main" id="{D16F6911-571A-9140-8010-5FDF5AB30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" y="2319"/>
              <a:ext cx="10" cy="10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59" name="Freeform 259">
              <a:extLst>
                <a:ext uri="{FF2B5EF4-FFF2-40B4-BE49-F238E27FC236}">
                  <a16:creationId xmlns:a16="http://schemas.microsoft.com/office/drawing/2014/main" id="{76C442C6-2C6A-D242-BDE8-6134089B5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" y="2325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0" name="Freeform 260">
              <a:extLst>
                <a:ext uri="{FF2B5EF4-FFF2-40B4-BE49-F238E27FC236}">
                  <a16:creationId xmlns:a16="http://schemas.microsoft.com/office/drawing/2014/main" id="{33E3AD90-C725-6D48-B606-8E0647CB1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" y="2331"/>
              <a:ext cx="11" cy="10"/>
            </a:xfrm>
            <a:custGeom>
              <a:avLst/>
              <a:gdLst>
                <a:gd name="T0" fmla="*/ 21 w 21"/>
                <a:gd name="T1" fmla="*/ 13 h 21"/>
                <a:gd name="T2" fmla="*/ 15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1" name="Freeform 261">
              <a:extLst>
                <a:ext uri="{FF2B5EF4-FFF2-40B4-BE49-F238E27FC236}">
                  <a16:creationId xmlns:a16="http://schemas.microsoft.com/office/drawing/2014/main" id="{347525DC-4A6D-2643-BEE1-B310281F0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" y="2338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2" name="Freeform 262">
              <a:extLst>
                <a:ext uri="{FF2B5EF4-FFF2-40B4-BE49-F238E27FC236}">
                  <a16:creationId xmlns:a16="http://schemas.microsoft.com/office/drawing/2014/main" id="{65B87E73-5F08-5D42-9050-6ED137827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" y="2343"/>
              <a:ext cx="9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3" name="Freeform 263">
              <a:extLst>
                <a:ext uri="{FF2B5EF4-FFF2-40B4-BE49-F238E27FC236}">
                  <a16:creationId xmlns:a16="http://schemas.microsoft.com/office/drawing/2014/main" id="{1889E5EC-564F-FF4F-8871-07B4B6A08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" y="2350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4" name="Freeform 264">
              <a:extLst>
                <a:ext uri="{FF2B5EF4-FFF2-40B4-BE49-F238E27FC236}">
                  <a16:creationId xmlns:a16="http://schemas.microsoft.com/office/drawing/2014/main" id="{742C03B2-E2D1-484D-AEE2-53D0E462A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" y="2356"/>
              <a:ext cx="10" cy="10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5" name="Freeform 265">
              <a:extLst>
                <a:ext uri="{FF2B5EF4-FFF2-40B4-BE49-F238E27FC236}">
                  <a16:creationId xmlns:a16="http://schemas.microsoft.com/office/drawing/2014/main" id="{C6DFC74B-CCFA-E749-B856-A67807368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" y="2362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6" name="Freeform 266">
              <a:extLst>
                <a:ext uri="{FF2B5EF4-FFF2-40B4-BE49-F238E27FC236}">
                  <a16:creationId xmlns:a16="http://schemas.microsoft.com/office/drawing/2014/main" id="{3A0C909E-FBF8-2845-A2CC-C51398160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" y="2368"/>
              <a:ext cx="9" cy="11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7" name="Freeform 267">
              <a:extLst>
                <a:ext uri="{FF2B5EF4-FFF2-40B4-BE49-F238E27FC236}">
                  <a16:creationId xmlns:a16="http://schemas.microsoft.com/office/drawing/2014/main" id="{1099B089-ACD4-C240-8D44-80D0E0AA6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" y="2375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8" name="Freeform 268">
              <a:extLst>
                <a:ext uri="{FF2B5EF4-FFF2-40B4-BE49-F238E27FC236}">
                  <a16:creationId xmlns:a16="http://schemas.microsoft.com/office/drawing/2014/main" id="{DF83AD6A-1B68-664A-97E4-8C047E1A4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" y="2380"/>
              <a:ext cx="11" cy="11"/>
            </a:xfrm>
            <a:custGeom>
              <a:avLst/>
              <a:gdLst>
                <a:gd name="T0" fmla="*/ 21 w 21"/>
                <a:gd name="T1" fmla="*/ 13 h 21"/>
                <a:gd name="T2" fmla="*/ 16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6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69" name="Freeform 269">
              <a:extLst>
                <a:ext uri="{FF2B5EF4-FFF2-40B4-BE49-F238E27FC236}">
                  <a16:creationId xmlns:a16="http://schemas.microsoft.com/office/drawing/2014/main" id="{7C145CD4-DA61-B045-B3A9-BD64F8BB9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" y="2387"/>
              <a:ext cx="3" cy="8"/>
            </a:xfrm>
            <a:custGeom>
              <a:avLst/>
              <a:gdLst>
                <a:gd name="T0" fmla="*/ 8 w 8"/>
                <a:gd name="T1" fmla="*/ 14 h 15"/>
                <a:gd name="T2" fmla="*/ 2 w 8"/>
                <a:gd name="T3" fmla="*/ 0 h 15"/>
                <a:gd name="T4" fmla="*/ 0 w 8"/>
                <a:gd name="T5" fmla="*/ 2 h 15"/>
                <a:gd name="T6" fmla="*/ 6 w 8"/>
                <a:gd name="T7" fmla="*/ 15 h 15"/>
                <a:gd name="T8" fmla="*/ 8 w 8"/>
                <a:gd name="T9" fmla="*/ 14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15"/>
                <a:gd name="T17" fmla="*/ 8 w 8"/>
                <a:gd name="T18" fmla="*/ 15 h 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15">
                  <a:moveTo>
                    <a:pt x="8" y="14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6" y="15"/>
                  </a:lnTo>
                  <a:lnTo>
                    <a:pt x="8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270" name="Group 270">
            <a:extLst>
              <a:ext uri="{FF2B5EF4-FFF2-40B4-BE49-F238E27FC236}">
                <a16:creationId xmlns:a16="http://schemas.microsoft.com/office/drawing/2014/main" id="{A964A678-0DCE-0445-96A0-FF0DB6C80AE7}"/>
              </a:ext>
            </a:extLst>
          </p:cNvPr>
          <p:cNvGrpSpPr>
            <a:grpSpLocks/>
          </p:cNvGrpSpPr>
          <p:nvPr/>
        </p:nvGrpSpPr>
        <p:grpSpPr bwMode="auto">
          <a:xfrm>
            <a:off x="3051424" y="1178719"/>
            <a:ext cx="2868612" cy="1268412"/>
            <a:chOff x="1969" y="1148"/>
            <a:chExt cx="1807" cy="799"/>
          </a:xfrm>
        </p:grpSpPr>
        <p:sp>
          <p:nvSpPr>
            <p:cNvPr id="271" name="Freeform 271">
              <a:extLst>
                <a:ext uri="{FF2B5EF4-FFF2-40B4-BE49-F238E27FC236}">
                  <a16:creationId xmlns:a16="http://schemas.microsoft.com/office/drawing/2014/main" id="{A44C81AB-9D3D-F646-84B3-0E04B8E57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" y="1148"/>
              <a:ext cx="11" cy="9"/>
            </a:xfrm>
            <a:custGeom>
              <a:avLst/>
              <a:gdLst>
                <a:gd name="T0" fmla="*/ 21 w 21"/>
                <a:gd name="T1" fmla="*/ 13 h 19"/>
                <a:gd name="T2" fmla="*/ 16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6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72" name="Freeform 272">
              <a:extLst>
                <a:ext uri="{FF2B5EF4-FFF2-40B4-BE49-F238E27FC236}">
                  <a16:creationId xmlns:a16="http://schemas.microsoft.com/office/drawing/2014/main" id="{865EB184-06C3-A740-ACDE-4A85F7AEA1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" y="1154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73" name="Freeform 273">
              <a:extLst>
                <a:ext uri="{FF2B5EF4-FFF2-40B4-BE49-F238E27FC236}">
                  <a16:creationId xmlns:a16="http://schemas.microsoft.com/office/drawing/2014/main" id="{F80237DF-4ECC-674A-93B0-29F0A97BF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1159"/>
              <a:ext cx="9" cy="11"/>
            </a:xfrm>
            <a:custGeom>
              <a:avLst/>
              <a:gdLst>
                <a:gd name="T0" fmla="*/ 19 w 19"/>
                <a:gd name="T1" fmla="*/ 14 h 21"/>
                <a:gd name="T2" fmla="*/ 14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4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74" name="Freeform 274">
              <a:extLst>
                <a:ext uri="{FF2B5EF4-FFF2-40B4-BE49-F238E27FC236}">
                  <a16:creationId xmlns:a16="http://schemas.microsoft.com/office/drawing/2014/main" id="{0232B667-060D-C94F-9A17-1ED9342CC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3" y="1166"/>
              <a:ext cx="11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75" name="Freeform 275">
              <a:extLst>
                <a:ext uri="{FF2B5EF4-FFF2-40B4-BE49-F238E27FC236}">
                  <a16:creationId xmlns:a16="http://schemas.microsoft.com/office/drawing/2014/main" id="{A9176FB1-2706-3D48-9674-8F7230F8A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1172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76" name="Freeform 276">
              <a:extLst>
                <a:ext uri="{FF2B5EF4-FFF2-40B4-BE49-F238E27FC236}">
                  <a16:creationId xmlns:a16="http://schemas.microsoft.com/office/drawing/2014/main" id="{47B1CFC6-BBC7-4A4C-AF77-85C4F2AB3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1178"/>
              <a:ext cx="9" cy="10"/>
            </a:xfrm>
            <a:custGeom>
              <a:avLst/>
              <a:gdLst>
                <a:gd name="T0" fmla="*/ 19 w 19"/>
                <a:gd name="T1" fmla="*/ 14 h 20"/>
                <a:gd name="T2" fmla="*/ 13 w 19"/>
                <a:gd name="T3" fmla="*/ 0 h 20"/>
                <a:gd name="T4" fmla="*/ 0 w 19"/>
                <a:gd name="T5" fmla="*/ 6 h 20"/>
                <a:gd name="T6" fmla="*/ 5 w 19"/>
                <a:gd name="T7" fmla="*/ 20 h 20"/>
                <a:gd name="T8" fmla="*/ 19 w 19"/>
                <a:gd name="T9" fmla="*/ 1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20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77" name="Freeform 277">
              <a:extLst>
                <a:ext uri="{FF2B5EF4-FFF2-40B4-BE49-F238E27FC236}">
                  <a16:creationId xmlns:a16="http://schemas.microsoft.com/office/drawing/2014/main" id="{D4DB36A7-52B4-3247-994A-645BBEC3E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1" y="1184"/>
              <a:ext cx="11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78" name="Freeform 278">
              <a:extLst>
                <a:ext uri="{FF2B5EF4-FFF2-40B4-BE49-F238E27FC236}">
                  <a16:creationId xmlns:a16="http://schemas.microsoft.com/office/drawing/2014/main" id="{41B13DD3-158D-E944-9C69-F95F0E45A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8" y="1191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79" name="Freeform 279">
              <a:extLst>
                <a:ext uri="{FF2B5EF4-FFF2-40B4-BE49-F238E27FC236}">
                  <a16:creationId xmlns:a16="http://schemas.microsoft.com/office/drawing/2014/main" id="{3536D279-E0FA-0C44-8115-BA6B9DCD2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1196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0" name="Freeform 280">
              <a:extLst>
                <a:ext uri="{FF2B5EF4-FFF2-40B4-BE49-F238E27FC236}">
                  <a16:creationId xmlns:a16="http://schemas.microsoft.com/office/drawing/2014/main" id="{947AD8C3-6B8A-9546-8FFA-182A10CB12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1202"/>
              <a:ext cx="10" cy="10"/>
            </a:xfrm>
            <a:custGeom>
              <a:avLst/>
              <a:gdLst>
                <a:gd name="T0" fmla="*/ 21 w 21"/>
                <a:gd name="T1" fmla="*/ 13 h 21"/>
                <a:gd name="T2" fmla="*/ 15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1" name="Freeform 281">
              <a:extLst>
                <a:ext uri="{FF2B5EF4-FFF2-40B4-BE49-F238E27FC236}">
                  <a16:creationId xmlns:a16="http://schemas.microsoft.com/office/drawing/2014/main" id="{D128F58D-41DC-DC4A-BCB0-87C76E0E2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6" y="1209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2" name="Freeform 282">
              <a:extLst>
                <a:ext uri="{FF2B5EF4-FFF2-40B4-BE49-F238E27FC236}">
                  <a16:creationId xmlns:a16="http://schemas.microsoft.com/office/drawing/2014/main" id="{556B4E95-E9C7-6040-8354-792049351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" y="1214"/>
              <a:ext cx="10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3" name="Freeform 283">
              <a:extLst>
                <a:ext uri="{FF2B5EF4-FFF2-40B4-BE49-F238E27FC236}">
                  <a16:creationId xmlns:a16="http://schemas.microsoft.com/office/drawing/2014/main" id="{F003A3F6-97C8-234E-8DE4-DED442B82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" y="1221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4" name="Freeform 284">
              <a:extLst>
                <a:ext uri="{FF2B5EF4-FFF2-40B4-BE49-F238E27FC236}">
                  <a16:creationId xmlns:a16="http://schemas.microsoft.com/office/drawing/2014/main" id="{6D0F4A30-9EB5-E043-97CF-71CEED91C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1227"/>
              <a:ext cx="10" cy="9"/>
            </a:xfrm>
            <a:custGeom>
              <a:avLst/>
              <a:gdLst>
                <a:gd name="T0" fmla="*/ 19 w 19"/>
                <a:gd name="T1" fmla="*/ 14 h 20"/>
                <a:gd name="T2" fmla="*/ 13 w 19"/>
                <a:gd name="T3" fmla="*/ 0 h 20"/>
                <a:gd name="T4" fmla="*/ 0 w 19"/>
                <a:gd name="T5" fmla="*/ 6 h 20"/>
                <a:gd name="T6" fmla="*/ 6 w 19"/>
                <a:gd name="T7" fmla="*/ 20 h 20"/>
                <a:gd name="T8" fmla="*/ 19 w 19"/>
                <a:gd name="T9" fmla="*/ 1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20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5" name="Freeform 285">
              <a:extLst>
                <a:ext uri="{FF2B5EF4-FFF2-40B4-BE49-F238E27FC236}">
                  <a16:creationId xmlns:a16="http://schemas.microsoft.com/office/drawing/2014/main" id="{B83673CF-B62F-B041-962C-D595DA058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0" y="1233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6" name="Freeform 286">
              <a:extLst>
                <a:ext uri="{FF2B5EF4-FFF2-40B4-BE49-F238E27FC236}">
                  <a16:creationId xmlns:a16="http://schemas.microsoft.com/office/drawing/2014/main" id="{5B09641D-0AD2-3D43-A496-13DF7D7BC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6" y="1239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7" name="Freeform 287">
              <a:extLst>
                <a:ext uri="{FF2B5EF4-FFF2-40B4-BE49-F238E27FC236}">
                  <a16:creationId xmlns:a16="http://schemas.microsoft.com/office/drawing/2014/main" id="{2B548978-58CD-DE46-AF5B-9CEC654AA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3" y="1245"/>
              <a:ext cx="9" cy="10"/>
            </a:xfrm>
            <a:custGeom>
              <a:avLst/>
              <a:gdLst>
                <a:gd name="T0" fmla="*/ 19 w 19"/>
                <a:gd name="T1" fmla="*/ 13 h 21"/>
                <a:gd name="T2" fmla="*/ 14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8" name="Freeform 288">
              <a:extLst>
                <a:ext uri="{FF2B5EF4-FFF2-40B4-BE49-F238E27FC236}">
                  <a16:creationId xmlns:a16="http://schemas.microsoft.com/office/drawing/2014/main" id="{8582FBA6-93B9-474C-8EB4-072928822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8" y="1251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9" name="Freeform 289">
              <a:extLst>
                <a:ext uri="{FF2B5EF4-FFF2-40B4-BE49-F238E27FC236}">
                  <a16:creationId xmlns:a16="http://schemas.microsoft.com/office/drawing/2014/main" id="{A2CDF1DD-6BF3-FE49-B01E-C1C9844BC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5" y="1257"/>
              <a:ext cx="10" cy="11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90" name="Freeform 290">
              <a:extLst>
                <a:ext uri="{FF2B5EF4-FFF2-40B4-BE49-F238E27FC236}">
                  <a16:creationId xmlns:a16="http://schemas.microsoft.com/office/drawing/2014/main" id="{49709CB6-294C-D04E-891B-B6AEDB1ED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1" y="1264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91" name="Freeform 291">
              <a:extLst>
                <a:ext uri="{FF2B5EF4-FFF2-40B4-BE49-F238E27FC236}">
                  <a16:creationId xmlns:a16="http://schemas.microsoft.com/office/drawing/2014/main" id="{04F6937C-7E71-014E-BF5D-97CE8A3C0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7" y="1270"/>
              <a:ext cx="10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92" name="Freeform 292">
              <a:extLst>
                <a:ext uri="{FF2B5EF4-FFF2-40B4-BE49-F238E27FC236}">
                  <a16:creationId xmlns:a16="http://schemas.microsoft.com/office/drawing/2014/main" id="{C5CABF39-0C41-5C40-A9B8-5EBAA2945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3" y="1276"/>
              <a:ext cx="10" cy="10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93" name="Freeform 293">
              <a:extLst>
                <a:ext uri="{FF2B5EF4-FFF2-40B4-BE49-F238E27FC236}">
                  <a16:creationId xmlns:a16="http://schemas.microsoft.com/office/drawing/2014/main" id="{32FF4BCA-5FD8-F046-9367-CC878A0B5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9" y="1282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94" name="Freeform 294">
              <a:extLst>
                <a:ext uri="{FF2B5EF4-FFF2-40B4-BE49-F238E27FC236}">
                  <a16:creationId xmlns:a16="http://schemas.microsoft.com/office/drawing/2014/main" id="{04E1F40B-F8CB-DD47-8517-BC74C4A7D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5" y="1289"/>
              <a:ext cx="10" cy="9"/>
            </a:xfrm>
            <a:custGeom>
              <a:avLst/>
              <a:gdLst>
                <a:gd name="T0" fmla="*/ 21 w 21"/>
                <a:gd name="T1" fmla="*/ 13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95" name="Freeform 295">
              <a:extLst>
                <a:ext uri="{FF2B5EF4-FFF2-40B4-BE49-F238E27FC236}">
                  <a16:creationId xmlns:a16="http://schemas.microsoft.com/office/drawing/2014/main" id="{0594A061-CF29-E845-B688-5F0AAA32C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1" y="1294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96" name="Freeform 296">
              <a:extLst>
                <a:ext uri="{FF2B5EF4-FFF2-40B4-BE49-F238E27FC236}">
                  <a16:creationId xmlns:a16="http://schemas.microsoft.com/office/drawing/2014/main" id="{E20788D8-F30D-2F48-AE35-CFC013767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1300"/>
              <a:ext cx="10" cy="10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97" name="Freeform 297">
              <a:extLst>
                <a:ext uri="{FF2B5EF4-FFF2-40B4-BE49-F238E27FC236}">
                  <a16:creationId xmlns:a16="http://schemas.microsoft.com/office/drawing/2014/main" id="{8D2F8C6F-B33C-5841-A7B7-87095E59B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307"/>
              <a:ext cx="10" cy="9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98" name="Freeform 298">
              <a:extLst>
                <a:ext uri="{FF2B5EF4-FFF2-40B4-BE49-F238E27FC236}">
                  <a16:creationId xmlns:a16="http://schemas.microsoft.com/office/drawing/2014/main" id="{08737E41-DE58-B740-94CC-33B95CDAC4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" y="1312"/>
              <a:ext cx="9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99" name="Freeform 299">
              <a:extLst>
                <a:ext uri="{FF2B5EF4-FFF2-40B4-BE49-F238E27FC236}">
                  <a16:creationId xmlns:a16="http://schemas.microsoft.com/office/drawing/2014/main" id="{9AA83F38-99D4-F24C-A957-EDFE1DAC1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" y="1319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0" name="Freeform 300">
              <a:extLst>
                <a:ext uri="{FF2B5EF4-FFF2-40B4-BE49-F238E27FC236}">
                  <a16:creationId xmlns:a16="http://schemas.microsoft.com/office/drawing/2014/main" id="{2381EDF4-5E97-5545-94DC-D4E2F0F39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1" y="1325"/>
              <a:ext cx="10" cy="9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1" name="Freeform 301">
              <a:extLst>
                <a:ext uri="{FF2B5EF4-FFF2-40B4-BE49-F238E27FC236}">
                  <a16:creationId xmlns:a16="http://schemas.microsoft.com/office/drawing/2014/main" id="{1A8C82B3-7505-4647-B5CA-DC26B6CF0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1331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2" name="Freeform 302">
              <a:extLst>
                <a:ext uri="{FF2B5EF4-FFF2-40B4-BE49-F238E27FC236}">
                  <a16:creationId xmlns:a16="http://schemas.microsoft.com/office/drawing/2014/main" id="{B146BC1B-D005-1441-B3FA-FAD4046D6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3" y="1337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3" name="Freeform 303">
              <a:extLst>
                <a:ext uri="{FF2B5EF4-FFF2-40B4-BE49-F238E27FC236}">
                  <a16:creationId xmlns:a16="http://schemas.microsoft.com/office/drawing/2014/main" id="{5C2FE1FD-2AF6-4947-859A-8776DC31F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9" y="1343"/>
              <a:ext cx="11" cy="10"/>
            </a:xfrm>
            <a:custGeom>
              <a:avLst/>
              <a:gdLst>
                <a:gd name="T0" fmla="*/ 21 w 21"/>
                <a:gd name="T1" fmla="*/ 13 h 20"/>
                <a:gd name="T2" fmla="*/ 15 w 21"/>
                <a:gd name="T3" fmla="*/ 0 h 20"/>
                <a:gd name="T4" fmla="*/ 0 w 21"/>
                <a:gd name="T5" fmla="*/ 7 h 20"/>
                <a:gd name="T6" fmla="*/ 6 w 21"/>
                <a:gd name="T7" fmla="*/ 20 h 20"/>
                <a:gd name="T8" fmla="*/ 21 w 21"/>
                <a:gd name="T9" fmla="*/ 1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0"/>
                <a:gd name="T17" fmla="*/ 21 w 21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0">
                  <a:moveTo>
                    <a:pt x="21" y="13"/>
                  </a:moveTo>
                  <a:lnTo>
                    <a:pt x="15" y="0"/>
                  </a:lnTo>
                  <a:lnTo>
                    <a:pt x="0" y="7"/>
                  </a:lnTo>
                  <a:lnTo>
                    <a:pt x="6" y="20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4" name="Freeform 304">
              <a:extLst>
                <a:ext uri="{FF2B5EF4-FFF2-40B4-BE49-F238E27FC236}">
                  <a16:creationId xmlns:a16="http://schemas.microsoft.com/office/drawing/2014/main" id="{3613112E-C18C-A248-9103-7A817CDD3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6" y="1349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5" name="Freeform 305">
              <a:extLst>
                <a:ext uri="{FF2B5EF4-FFF2-40B4-BE49-F238E27FC236}">
                  <a16:creationId xmlns:a16="http://schemas.microsoft.com/office/drawing/2014/main" id="{F9DC75F0-360B-AB47-9222-308BF82C7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" y="1355"/>
              <a:ext cx="9" cy="11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6" name="Freeform 306">
              <a:extLst>
                <a:ext uri="{FF2B5EF4-FFF2-40B4-BE49-F238E27FC236}">
                  <a16:creationId xmlns:a16="http://schemas.microsoft.com/office/drawing/2014/main" id="{2A052C78-248D-3F4F-BF85-AAC9FB823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1362"/>
              <a:ext cx="11" cy="9"/>
            </a:xfrm>
            <a:custGeom>
              <a:avLst/>
              <a:gdLst>
                <a:gd name="T0" fmla="*/ 20 w 20"/>
                <a:gd name="T1" fmla="*/ 13 h 19"/>
                <a:gd name="T2" fmla="*/ 15 w 20"/>
                <a:gd name="T3" fmla="*/ 0 h 19"/>
                <a:gd name="T4" fmla="*/ 0 w 20"/>
                <a:gd name="T5" fmla="*/ 5 h 19"/>
                <a:gd name="T6" fmla="*/ 5 w 20"/>
                <a:gd name="T7" fmla="*/ 19 h 19"/>
                <a:gd name="T8" fmla="*/ 20 w 20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20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2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7" name="Freeform 307">
              <a:extLst>
                <a:ext uri="{FF2B5EF4-FFF2-40B4-BE49-F238E27FC236}">
                  <a16:creationId xmlns:a16="http://schemas.microsoft.com/office/drawing/2014/main" id="{BF9C37EC-C710-D446-AE0A-73CE93C8A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368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8" name="Freeform 308">
              <a:extLst>
                <a:ext uri="{FF2B5EF4-FFF2-40B4-BE49-F238E27FC236}">
                  <a16:creationId xmlns:a16="http://schemas.microsoft.com/office/drawing/2014/main" id="{1D27B278-C796-0B44-A8B2-6A70747C5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1374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09" name="Freeform 309">
              <a:extLst>
                <a:ext uri="{FF2B5EF4-FFF2-40B4-BE49-F238E27FC236}">
                  <a16:creationId xmlns:a16="http://schemas.microsoft.com/office/drawing/2014/main" id="{291C45A3-E6DB-614D-9A64-DD57F78731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6" y="1380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10" name="Freeform 310">
              <a:extLst>
                <a:ext uri="{FF2B5EF4-FFF2-40B4-BE49-F238E27FC236}">
                  <a16:creationId xmlns:a16="http://schemas.microsoft.com/office/drawing/2014/main" id="{905C24D4-E73D-3C40-BF1A-7A8F803F0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387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11" name="Freeform 311">
              <a:extLst>
                <a:ext uri="{FF2B5EF4-FFF2-40B4-BE49-F238E27FC236}">
                  <a16:creationId xmlns:a16="http://schemas.microsoft.com/office/drawing/2014/main" id="{5675C713-BFD8-4A41-B543-77F61D575E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1392"/>
              <a:ext cx="10" cy="10"/>
            </a:xfrm>
            <a:custGeom>
              <a:avLst/>
              <a:gdLst>
                <a:gd name="T0" fmla="*/ 21 w 21"/>
                <a:gd name="T1" fmla="*/ 14 h 20"/>
                <a:gd name="T2" fmla="*/ 15 w 21"/>
                <a:gd name="T3" fmla="*/ 0 h 20"/>
                <a:gd name="T4" fmla="*/ 0 w 21"/>
                <a:gd name="T5" fmla="*/ 6 h 20"/>
                <a:gd name="T6" fmla="*/ 5 w 21"/>
                <a:gd name="T7" fmla="*/ 20 h 20"/>
                <a:gd name="T8" fmla="*/ 21 w 21"/>
                <a:gd name="T9" fmla="*/ 1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0"/>
                <a:gd name="T17" fmla="*/ 21 w 21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0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20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12" name="Freeform 312">
              <a:extLst>
                <a:ext uri="{FF2B5EF4-FFF2-40B4-BE49-F238E27FC236}">
                  <a16:creationId xmlns:a16="http://schemas.microsoft.com/office/drawing/2014/main" id="{01FDE178-5FC7-6248-9110-682BA59883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398"/>
              <a:ext cx="9" cy="10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13" name="Freeform 313">
              <a:extLst>
                <a:ext uri="{FF2B5EF4-FFF2-40B4-BE49-F238E27FC236}">
                  <a16:creationId xmlns:a16="http://schemas.microsoft.com/office/drawing/2014/main" id="{9674EF8C-833F-FC40-9960-36BFF65A9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405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14" name="Freeform 314">
              <a:extLst>
                <a:ext uri="{FF2B5EF4-FFF2-40B4-BE49-F238E27FC236}">
                  <a16:creationId xmlns:a16="http://schemas.microsoft.com/office/drawing/2014/main" id="{C986B17D-1BFC-D340-A551-467071278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6" y="1410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15" name="Freeform 315">
              <a:extLst>
                <a:ext uri="{FF2B5EF4-FFF2-40B4-BE49-F238E27FC236}">
                  <a16:creationId xmlns:a16="http://schemas.microsoft.com/office/drawing/2014/main" id="{6CB01A73-E91A-2447-A70C-714E47256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3" y="1417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16" name="Freeform 316">
              <a:extLst>
                <a:ext uri="{FF2B5EF4-FFF2-40B4-BE49-F238E27FC236}">
                  <a16:creationId xmlns:a16="http://schemas.microsoft.com/office/drawing/2014/main" id="{ADD56AD2-14E9-2348-AF1A-5FF27AB87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" y="1423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17" name="Freeform 317">
              <a:extLst>
                <a:ext uri="{FF2B5EF4-FFF2-40B4-BE49-F238E27FC236}">
                  <a16:creationId xmlns:a16="http://schemas.microsoft.com/office/drawing/2014/main" id="{2814F617-CA5B-FD4A-A9BD-426539E40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1429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6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6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18" name="Freeform 318">
              <a:extLst>
                <a:ext uri="{FF2B5EF4-FFF2-40B4-BE49-F238E27FC236}">
                  <a16:creationId xmlns:a16="http://schemas.microsoft.com/office/drawing/2014/main" id="{ED369F4D-0C50-B34D-8276-572C65C99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" y="1435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19" name="Freeform 319">
              <a:extLst>
                <a:ext uri="{FF2B5EF4-FFF2-40B4-BE49-F238E27FC236}">
                  <a16:creationId xmlns:a16="http://schemas.microsoft.com/office/drawing/2014/main" id="{51D651B7-C4ED-294C-BC39-64D82A98C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1441"/>
              <a:ext cx="9" cy="10"/>
            </a:xfrm>
            <a:custGeom>
              <a:avLst/>
              <a:gdLst>
                <a:gd name="T0" fmla="*/ 19 w 19"/>
                <a:gd name="T1" fmla="*/ 13 h 20"/>
                <a:gd name="T2" fmla="*/ 13 w 19"/>
                <a:gd name="T3" fmla="*/ 0 h 20"/>
                <a:gd name="T4" fmla="*/ 0 w 19"/>
                <a:gd name="T5" fmla="*/ 7 h 20"/>
                <a:gd name="T6" fmla="*/ 6 w 19"/>
                <a:gd name="T7" fmla="*/ 20 h 20"/>
                <a:gd name="T8" fmla="*/ 19 w 19"/>
                <a:gd name="T9" fmla="*/ 1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6" y="20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0" name="Freeform 320">
              <a:extLst>
                <a:ext uri="{FF2B5EF4-FFF2-40B4-BE49-F238E27FC236}">
                  <a16:creationId xmlns:a16="http://schemas.microsoft.com/office/drawing/2014/main" id="{8B797AFF-AAC1-4F45-906F-F0C509930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" y="1447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1" name="Freeform 321">
              <a:extLst>
                <a:ext uri="{FF2B5EF4-FFF2-40B4-BE49-F238E27FC236}">
                  <a16:creationId xmlns:a16="http://schemas.microsoft.com/office/drawing/2014/main" id="{072DD338-5C8F-6942-90A2-E8F5A17B1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9" y="1453"/>
              <a:ext cx="9" cy="11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2" name="Freeform 322">
              <a:extLst>
                <a:ext uri="{FF2B5EF4-FFF2-40B4-BE49-F238E27FC236}">
                  <a16:creationId xmlns:a16="http://schemas.microsoft.com/office/drawing/2014/main" id="{BD1B0A92-34A3-6E49-836E-20502DA74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1460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3" name="Freeform 323">
              <a:extLst>
                <a:ext uri="{FF2B5EF4-FFF2-40B4-BE49-F238E27FC236}">
                  <a16:creationId xmlns:a16="http://schemas.microsoft.com/office/drawing/2014/main" id="{E9E2B6EB-E4A1-DE45-AA2D-752F1AE46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" y="1465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4" name="Freeform 324">
              <a:extLst>
                <a:ext uri="{FF2B5EF4-FFF2-40B4-BE49-F238E27FC236}">
                  <a16:creationId xmlns:a16="http://schemas.microsoft.com/office/drawing/2014/main" id="{C71DB833-DDB0-5A48-98BD-F9CB913B2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" y="1472"/>
              <a:ext cx="10" cy="10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5" name="Freeform 325">
              <a:extLst>
                <a:ext uri="{FF2B5EF4-FFF2-40B4-BE49-F238E27FC236}">
                  <a16:creationId xmlns:a16="http://schemas.microsoft.com/office/drawing/2014/main" id="{E1460551-8DBC-2845-B9ED-9B49F45FE6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1478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6" name="Freeform 326">
              <a:extLst>
                <a:ext uri="{FF2B5EF4-FFF2-40B4-BE49-F238E27FC236}">
                  <a16:creationId xmlns:a16="http://schemas.microsoft.com/office/drawing/2014/main" id="{244236E9-4A08-2948-998F-699A121FF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1485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7" name="Freeform 327">
              <a:extLst>
                <a:ext uri="{FF2B5EF4-FFF2-40B4-BE49-F238E27FC236}">
                  <a16:creationId xmlns:a16="http://schemas.microsoft.com/office/drawing/2014/main" id="{37CA94F3-B59C-2942-B6D4-4D1B51122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1490"/>
              <a:ext cx="10" cy="10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8" name="Freeform 328">
              <a:extLst>
                <a:ext uri="{FF2B5EF4-FFF2-40B4-BE49-F238E27FC236}">
                  <a16:creationId xmlns:a16="http://schemas.microsoft.com/office/drawing/2014/main" id="{BD02F1F1-9208-FB46-AB0B-3483C1673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496"/>
              <a:ext cx="10" cy="10"/>
            </a:xfrm>
            <a:custGeom>
              <a:avLst/>
              <a:gdLst>
                <a:gd name="T0" fmla="*/ 21 w 21"/>
                <a:gd name="T1" fmla="*/ 13 h 21"/>
                <a:gd name="T2" fmla="*/ 15 w 21"/>
                <a:gd name="T3" fmla="*/ 0 h 21"/>
                <a:gd name="T4" fmla="*/ 0 w 21"/>
                <a:gd name="T5" fmla="*/ 7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5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9" name="Freeform 329">
              <a:extLst>
                <a:ext uri="{FF2B5EF4-FFF2-40B4-BE49-F238E27FC236}">
                  <a16:creationId xmlns:a16="http://schemas.microsoft.com/office/drawing/2014/main" id="{8BEB785B-7A49-A048-8A11-A65407AC2C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1503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0" name="Freeform 330">
              <a:extLst>
                <a:ext uri="{FF2B5EF4-FFF2-40B4-BE49-F238E27FC236}">
                  <a16:creationId xmlns:a16="http://schemas.microsoft.com/office/drawing/2014/main" id="{1EF27194-F76C-B04E-B3A3-E9E72C0A7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3" y="1508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1" name="Freeform 331">
              <a:extLst>
                <a:ext uri="{FF2B5EF4-FFF2-40B4-BE49-F238E27FC236}">
                  <a16:creationId xmlns:a16="http://schemas.microsoft.com/office/drawing/2014/main" id="{1621D76F-5D8D-1C4B-9465-EFA43C376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9" y="1515"/>
              <a:ext cx="11" cy="9"/>
            </a:xfrm>
            <a:custGeom>
              <a:avLst/>
              <a:gdLst>
                <a:gd name="T0" fmla="*/ 21 w 21"/>
                <a:gd name="T1" fmla="*/ 13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2" name="Freeform 332">
              <a:extLst>
                <a:ext uri="{FF2B5EF4-FFF2-40B4-BE49-F238E27FC236}">
                  <a16:creationId xmlns:a16="http://schemas.microsoft.com/office/drawing/2014/main" id="{D3EDB989-CF3D-D948-8A6C-5BFBF7C23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1521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3" name="Freeform 333">
              <a:extLst>
                <a:ext uri="{FF2B5EF4-FFF2-40B4-BE49-F238E27FC236}">
                  <a16:creationId xmlns:a16="http://schemas.microsoft.com/office/drawing/2014/main" id="{56AF8C89-7F2C-D541-AF36-A5BCF0A3A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" y="1527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4" name="Freeform 334">
              <a:extLst>
                <a:ext uri="{FF2B5EF4-FFF2-40B4-BE49-F238E27FC236}">
                  <a16:creationId xmlns:a16="http://schemas.microsoft.com/office/drawing/2014/main" id="{BFE0183C-04CC-1C49-AD7D-65957DBD8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1533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5" name="Freeform 335">
              <a:extLst>
                <a:ext uri="{FF2B5EF4-FFF2-40B4-BE49-F238E27FC236}">
                  <a16:creationId xmlns:a16="http://schemas.microsoft.com/office/drawing/2014/main" id="{74737B84-FB0C-FC40-A61C-7A6CD810D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1539"/>
              <a:ext cx="10" cy="10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6" name="Freeform 336">
              <a:extLst>
                <a:ext uri="{FF2B5EF4-FFF2-40B4-BE49-F238E27FC236}">
                  <a16:creationId xmlns:a16="http://schemas.microsoft.com/office/drawing/2014/main" id="{7F530407-64FA-DA40-B5F5-2EF17B3175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" y="1545"/>
              <a:ext cx="9" cy="10"/>
            </a:xfrm>
            <a:custGeom>
              <a:avLst/>
              <a:gdLst>
                <a:gd name="T0" fmla="*/ 20 w 20"/>
                <a:gd name="T1" fmla="*/ 13 h 19"/>
                <a:gd name="T2" fmla="*/ 14 w 20"/>
                <a:gd name="T3" fmla="*/ 0 h 19"/>
                <a:gd name="T4" fmla="*/ 0 w 20"/>
                <a:gd name="T5" fmla="*/ 5 h 19"/>
                <a:gd name="T6" fmla="*/ 6 w 20"/>
                <a:gd name="T7" fmla="*/ 19 h 19"/>
                <a:gd name="T8" fmla="*/ 20 w 20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20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7" name="Freeform 337">
              <a:extLst>
                <a:ext uri="{FF2B5EF4-FFF2-40B4-BE49-F238E27FC236}">
                  <a16:creationId xmlns:a16="http://schemas.microsoft.com/office/drawing/2014/main" id="{2C5FB71F-D347-E44E-B8A3-2B97CEE50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1551"/>
              <a:ext cx="11" cy="11"/>
            </a:xfrm>
            <a:custGeom>
              <a:avLst/>
              <a:gdLst>
                <a:gd name="T0" fmla="*/ 21 w 21"/>
                <a:gd name="T1" fmla="*/ 13 h 21"/>
                <a:gd name="T2" fmla="*/ 15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8" name="Freeform 338">
              <a:extLst>
                <a:ext uri="{FF2B5EF4-FFF2-40B4-BE49-F238E27FC236}">
                  <a16:creationId xmlns:a16="http://schemas.microsoft.com/office/drawing/2014/main" id="{5CC00C7B-E5AA-924A-AF5C-097229F3C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558"/>
              <a:ext cx="10" cy="9"/>
            </a:xfrm>
            <a:custGeom>
              <a:avLst/>
              <a:gdLst>
                <a:gd name="T0" fmla="*/ 19 w 19"/>
                <a:gd name="T1" fmla="*/ 14 h 20"/>
                <a:gd name="T2" fmla="*/ 14 w 19"/>
                <a:gd name="T3" fmla="*/ 0 h 20"/>
                <a:gd name="T4" fmla="*/ 0 w 19"/>
                <a:gd name="T5" fmla="*/ 6 h 20"/>
                <a:gd name="T6" fmla="*/ 6 w 19"/>
                <a:gd name="T7" fmla="*/ 20 h 20"/>
                <a:gd name="T8" fmla="*/ 19 w 19"/>
                <a:gd name="T9" fmla="*/ 1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20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9" name="Freeform 339">
              <a:extLst>
                <a:ext uri="{FF2B5EF4-FFF2-40B4-BE49-F238E27FC236}">
                  <a16:creationId xmlns:a16="http://schemas.microsoft.com/office/drawing/2014/main" id="{0DE5009A-4008-0F48-B9E0-3FC26F941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" y="1563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0" name="Freeform 340">
              <a:extLst>
                <a:ext uri="{FF2B5EF4-FFF2-40B4-BE49-F238E27FC236}">
                  <a16:creationId xmlns:a16="http://schemas.microsoft.com/office/drawing/2014/main" id="{DE0855CB-1B9D-8C47-8E2A-F847EE837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1570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1" name="Freeform 341">
              <a:extLst>
                <a:ext uri="{FF2B5EF4-FFF2-40B4-BE49-F238E27FC236}">
                  <a16:creationId xmlns:a16="http://schemas.microsoft.com/office/drawing/2014/main" id="{8BE61759-392C-B746-966C-EF75E962A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1576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2" name="Freeform 342">
              <a:extLst>
                <a:ext uri="{FF2B5EF4-FFF2-40B4-BE49-F238E27FC236}">
                  <a16:creationId xmlns:a16="http://schemas.microsoft.com/office/drawing/2014/main" id="{455B4D3E-A87A-0046-BFDA-5426E8D4A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1582"/>
              <a:ext cx="10" cy="10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3" name="Freeform 343">
              <a:extLst>
                <a:ext uri="{FF2B5EF4-FFF2-40B4-BE49-F238E27FC236}">
                  <a16:creationId xmlns:a16="http://schemas.microsoft.com/office/drawing/2014/main" id="{EE4A9C17-E5E2-0146-B972-11A985457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1588"/>
              <a:ext cx="9" cy="10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4" name="Freeform 344">
              <a:extLst>
                <a:ext uri="{FF2B5EF4-FFF2-40B4-BE49-F238E27FC236}">
                  <a16:creationId xmlns:a16="http://schemas.microsoft.com/office/drawing/2014/main" id="{39080754-B60B-C146-A918-3EDED2D6E6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1594"/>
              <a:ext cx="10" cy="10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5" name="Freeform 345">
              <a:extLst>
                <a:ext uri="{FF2B5EF4-FFF2-40B4-BE49-F238E27FC236}">
                  <a16:creationId xmlns:a16="http://schemas.microsoft.com/office/drawing/2014/main" id="{092BDAA4-5D16-0B4E-8EC7-AF93A356A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4" y="1601"/>
              <a:ext cx="11" cy="9"/>
            </a:xfrm>
            <a:custGeom>
              <a:avLst/>
              <a:gdLst>
                <a:gd name="T0" fmla="*/ 21 w 21"/>
                <a:gd name="T1" fmla="*/ 13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6" name="Freeform 346">
              <a:extLst>
                <a:ext uri="{FF2B5EF4-FFF2-40B4-BE49-F238E27FC236}">
                  <a16:creationId xmlns:a16="http://schemas.microsoft.com/office/drawing/2014/main" id="{B98FD583-3B3C-1F47-89AD-25E2980AD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1606"/>
              <a:ext cx="9" cy="10"/>
            </a:xfrm>
            <a:custGeom>
              <a:avLst/>
              <a:gdLst>
                <a:gd name="T0" fmla="*/ 19 w 19"/>
                <a:gd name="T1" fmla="*/ 14 h 20"/>
                <a:gd name="T2" fmla="*/ 13 w 19"/>
                <a:gd name="T3" fmla="*/ 0 h 20"/>
                <a:gd name="T4" fmla="*/ 0 w 19"/>
                <a:gd name="T5" fmla="*/ 6 h 20"/>
                <a:gd name="T6" fmla="*/ 5 w 19"/>
                <a:gd name="T7" fmla="*/ 20 h 20"/>
                <a:gd name="T8" fmla="*/ 19 w 19"/>
                <a:gd name="T9" fmla="*/ 1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20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7" name="Freeform 347">
              <a:extLst>
                <a:ext uri="{FF2B5EF4-FFF2-40B4-BE49-F238E27FC236}">
                  <a16:creationId xmlns:a16="http://schemas.microsoft.com/office/drawing/2014/main" id="{C36B5113-756E-4F4B-A189-B8746B980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613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8" name="Freeform 348">
              <a:extLst>
                <a:ext uri="{FF2B5EF4-FFF2-40B4-BE49-F238E27FC236}">
                  <a16:creationId xmlns:a16="http://schemas.microsoft.com/office/drawing/2014/main" id="{ED9DA1C3-7EB5-BB4D-98D3-FF92F98F7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1619"/>
              <a:ext cx="11" cy="9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9" name="Freeform 349">
              <a:extLst>
                <a:ext uri="{FF2B5EF4-FFF2-40B4-BE49-F238E27FC236}">
                  <a16:creationId xmlns:a16="http://schemas.microsoft.com/office/drawing/2014/main" id="{D208EF4E-7363-AA46-93E7-A79E8B834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9" y="1625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0" name="Freeform 350">
              <a:extLst>
                <a:ext uri="{FF2B5EF4-FFF2-40B4-BE49-F238E27FC236}">
                  <a16:creationId xmlns:a16="http://schemas.microsoft.com/office/drawing/2014/main" id="{A6931CBC-E145-AD4B-9135-4850DA9BA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5" y="1631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1" name="Freeform 351">
              <a:extLst>
                <a:ext uri="{FF2B5EF4-FFF2-40B4-BE49-F238E27FC236}">
                  <a16:creationId xmlns:a16="http://schemas.microsoft.com/office/drawing/2014/main" id="{F456DB96-5793-BD44-A142-F62C3C8D4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" y="1637"/>
              <a:ext cx="10" cy="10"/>
            </a:xfrm>
            <a:custGeom>
              <a:avLst/>
              <a:gdLst>
                <a:gd name="T0" fmla="*/ 21 w 21"/>
                <a:gd name="T1" fmla="*/ 14 h 21"/>
                <a:gd name="T2" fmla="*/ 15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4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2" name="Freeform 352">
              <a:extLst>
                <a:ext uri="{FF2B5EF4-FFF2-40B4-BE49-F238E27FC236}">
                  <a16:creationId xmlns:a16="http://schemas.microsoft.com/office/drawing/2014/main" id="{66120C9B-AFB3-0346-BAB0-F654F5911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7" y="1643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3" name="Freeform 353">
              <a:extLst>
                <a:ext uri="{FF2B5EF4-FFF2-40B4-BE49-F238E27FC236}">
                  <a16:creationId xmlns:a16="http://schemas.microsoft.com/office/drawing/2014/main" id="{62EE81F3-6119-B140-8889-6A8806ACAE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3" y="1649"/>
              <a:ext cx="9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4" name="Freeform 354">
              <a:extLst>
                <a:ext uri="{FF2B5EF4-FFF2-40B4-BE49-F238E27FC236}">
                  <a16:creationId xmlns:a16="http://schemas.microsoft.com/office/drawing/2014/main" id="{AD81DC4F-23C8-FF40-8F1F-69484C601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9" y="1656"/>
              <a:ext cx="10" cy="9"/>
            </a:xfrm>
            <a:custGeom>
              <a:avLst/>
              <a:gdLst>
                <a:gd name="T0" fmla="*/ 21 w 21"/>
                <a:gd name="T1" fmla="*/ 14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5" name="Freeform 355">
              <a:extLst>
                <a:ext uri="{FF2B5EF4-FFF2-40B4-BE49-F238E27FC236}">
                  <a16:creationId xmlns:a16="http://schemas.microsoft.com/office/drawing/2014/main" id="{734AF2A4-1183-264C-9554-FC7B06E37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5" y="1661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6" name="Freeform 356">
              <a:extLst>
                <a:ext uri="{FF2B5EF4-FFF2-40B4-BE49-F238E27FC236}">
                  <a16:creationId xmlns:a16="http://schemas.microsoft.com/office/drawing/2014/main" id="{0EB52BEC-6C96-CE46-B617-76D7E18BE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1" y="1668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7" name="Freeform 357">
              <a:extLst>
                <a:ext uri="{FF2B5EF4-FFF2-40B4-BE49-F238E27FC236}">
                  <a16:creationId xmlns:a16="http://schemas.microsoft.com/office/drawing/2014/main" id="{CECECCDF-10C8-BE47-8ADF-40D63C4DDB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1674"/>
              <a:ext cx="10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8" name="Freeform 358">
              <a:extLst>
                <a:ext uri="{FF2B5EF4-FFF2-40B4-BE49-F238E27FC236}">
                  <a16:creationId xmlns:a16="http://schemas.microsoft.com/office/drawing/2014/main" id="{A66B7645-2016-FF43-9BD4-B2B4B63CB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3" y="1679"/>
              <a:ext cx="10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9" name="Freeform 359">
              <a:extLst>
                <a:ext uri="{FF2B5EF4-FFF2-40B4-BE49-F238E27FC236}">
                  <a16:creationId xmlns:a16="http://schemas.microsoft.com/office/drawing/2014/main" id="{992A2051-5260-144F-B86E-CB1096729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1686"/>
              <a:ext cx="10" cy="10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0" name="Freeform 360">
              <a:extLst>
                <a:ext uri="{FF2B5EF4-FFF2-40B4-BE49-F238E27FC236}">
                  <a16:creationId xmlns:a16="http://schemas.microsoft.com/office/drawing/2014/main" id="{EEE91FB9-1F23-EF48-AB68-0837B89A7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1692"/>
              <a:ext cx="10" cy="10"/>
            </a:xfrm>
            <a:custGeom>
              <a:avLst/>
              <a:gdLst>
                <a:gd name="T0" fmla="*/ 21 w 21"/>
                <a:gd name="T1" fmla="*/ 13 h 21"/>
                <a:gd name="T2" fmla="*/ 15 w 21"/>
                <a:gd name="T3" fmla="*/ 0 h 21"/>
                <a:gd name="T4" fmla="*/ 0 w 21"/>
                <a:gd name="T5" fmla="*/ 7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5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1" name="Freeform 361">
              <a:extLst>
                <a:ext uri="{FF2B5EF4-FFF2-40B4-BE49-F238E27FC236}">
                  <a16:creationId xmlns:a16="http://schemas.microsoft.com/office/drawing/2014/main" id="{3CF8952A-42DD-C44D-BF7E-284FADEA3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1699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2" name="Freeform 362">
              <a:extLst>
                <a:ext uri="{FF2B5EF4-FFF2-40B4-BE49-F238E27FC236}">
                  <a16:creationId xmlns:a16="http://schemas.microsoft.com/office/drawing/2014/main" id="{6659E22B-5494-6445-9919-C62341CF9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7" y="1704"/>
              <a:ext cx="11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3" name="Freeform 363">
              <a:extLst>
                <a:ext uri="{FF2B5EF4-FFF2-40B4-BE49-F238E27FC236}">
                  <a16:creationId xmlns:a16="http://schemas.microsoft.com/office/drawing/2014/main" id="{CE49317B-38E9-0949-AF7F-F1F0B7F46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" y="1711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4" name="Freeform 364">
              <a:extLst>
                <a:ext uri="{FF2B5EF4-FFF2-40B4-BE49-F238E27FC236}">
                  <a16:creationId xmlns:a16="http://schemas.microsoft.com/office/drawing/2014/main" id="{5DC99C53-A22C-B34F-9189-D9A65537E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" y="1717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5" name="Freeform 365">
              <a:extLst>
                <a:ext uri="{FF2B5EF4-FFF2-40B4-BE49-F238E27FC236}">
                  <a16:creationId xmlns:a16="http://schemas.microsoft.com/office/drawing/2014/main" id="{2D0622D8-5838-9246-94BF-D6FB9267B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6" y="1723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6" name="Freeform 366">
              <a:extLst>
                <a:ext uri="{FF2B5EF4-FFF2-40B4-BE49-F238E27FC236}">
                  <a16:creationId xmlns:a16="http://schemas.microsoft.com/office/drawing/2014/main" id="{8303F616-69B6-6E47-B00E-A50A128C4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" y="1729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7" name="Freeform 367">
              <a:extLst>
                <a:ext uri="{FF2B5EF4-FFF2-40B4-BE49-F238E27FC236}">
                  <a16:creationId xmlns:a16="http://schemas.microsoft.com/office/drawing/2014/main" id="{7048B4E7-3D2B-5446-A62E-776CA338F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8" y="1735"/>
              <a:ext cx="9" cy="10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8" name="Freeform 368">
              <a:extLst>
                <a:ext uri="{FF2B5EF4-FFF2-40B4-BE49-F238E27FC236}">
                  <a16:creationId xmlns:a16="http://schemas.microsoft.com/office/drawing/2014/main" id="{5FCEC248-EA50-114C-B470-85F1A1A39C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4" y="1741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6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6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9" name="Freeform 369">
              <a:extLst>
                <a:ext uri="{FF2B5EF4-FFF2-40B4-BE49-F238E27FC236}">
                  <a16:creationId xmlns:a16="http://schemas.microsoft.com/office/drawing/2014/main" id="{46325995-D18A-6A4E-9A1C-54C7F893A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1747"/>
              <a:ext cx="10" cy="10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70" name="Freeform 370">
              <a:extLst>
                <a:ext uri="{FF2B5EF4-FFF2-40B4-BE49-F238E27FC236}">
                  <a16:creationId xmlns:a16="http://schemas.microsoft.com/office/drawing/2014/main" id="{9F637FC2-B8CF-914D-913A-127BEFC93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6" y="1754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71" name="Freeform 371">
              <a:extLst>
                <a:ext uri="{FF2B5EF4-FFF2-40B4-BE49-F238E27FC236}">
                  <a16:creationId xmlns:a16="http://schemas.microsoft.com/office/drawing/2014/main" id="{B5709B27-8318-C747-A903-7F60AB976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1759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72" name="Freeform 372">
              <a:extLst>
                <a:ext uri="{FF2B5EF4-FFF2-40B4-BE49-F238E27FC236}">
                  <a16:creationId xmlns:a16="http://schemas.microsoft.com/office/drawing/2014/main" id="{C271FD51-3832-C443-B769-298AF3BBC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" y="1766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73" name="Freeform 373">
              <a:extLst>
                <a:ext uri="{FF2B5EF4-FFF2-40B4-BE49-F238E27FC236}">
                  <a16:creationId xmlns:a16="http://schemas.microsoft.com/office/drawing/2014/main" id="{9D33D233-B1B0-E145-9290-88DA12847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" y="1772"/>
              <a:ext cx="10" cy="9"/>
            </a:xfrm>
            <a:custGeom>
              <a:avLst/>
              <a:gdLst>
                <a:gd name="T0" fmla="*/ 19 w 19"/>
                <a:gd name="T1" fmla="*/ 14 h 20"/>
                <a:gd name="T2" fmla="*/ 13 w 19"/>
                <a:gd name="T3" fmla="*/ 0 h 20"/>
                <a:gd name="T4" fmla="*/ 0 w 19"/>
                <a:gd name="T5" fmla="*/ 6 h 20"/>
                <a:gd name="T6" fmla="*/ 5 w 19"/>
                <a:gd name="T7" fmla="*/ 20 h 20"/>
                <a:gd name="T8" fmla="*/ 19 w 19"/>
                <a:gd name="T9" fmla="*/ 1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20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74" name="Freeform 374">
              <a:extLst>
                <a:ext uri="{FF2B5EF4-FFF2-40B4-BE49-F238E27FC236}">
                  <a16:creationId xmlns:a16="http://schemas.microsoft.com/office/drawing/2014/main" id="{639DB64D-646D-1B48-A3BE-FBDCE2E8B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" y="1777"/>
              <a:ext cx="10" cy="11"/>
            </a:xfrm>
            <a:custGeom>
              <a:avLst/>
              <a:gdLst>
                <a:gd name="T0" fmla="*/ 21 w 21"/>
                <a:gd name="T1" fmla="*/ 13 h 21"/>
                <a:gd name="T2" fmla="*/ 15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75" name="Freeform 375">
              <a:extLst>
                <a:ext uri="{FF2B5EF4-FFF2-40B4-BE49-F238E27FC236}">
                  <a16:creationId xmlns:a16="http://schemas.microsoft.com/office/drawing/2014/main" id="{ED9D2D94-3E24-A149-8274-3AE03582D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1784"/>
              <a:ext cx="9" cy="10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76" name="Freeform 376">
              <a:extLst>
                <a:ext uri="{FF2B5EF4-FFF2-40B4-BE49-F238E27FC236}">
                  <a16:creationId xmlns:a16="http://schemas.microsoft.com/office/drawing/2014/main" id="{986A7F50-3B1B-C544-AD39-6475D5048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2" y="1790"/>
              <a:ext cx="10" cy="10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77" name="Freeform 377">
              <a:extLst>
                <a:ext uri="{FF2B5EF4-FFF2-40B4-BE49-F238E27FC236}">
                  <a16:creationId xmlns:a16="http://schemas.microsoft.com/office/drawing/2014/main" id="{A57E554B-107F-B54E-9FD0-7479D2A5A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8" y="1796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78" name="Freeform 378">
              <a:extLst>
                <a:ext uri="{FF2B5EF4-FFF2-40B4-BE49-F238E27FC236}">
                  <a16:creationId xmlns:a16="http://schemas.microsoft.com/office/drawing/2014/main" id="{B4F29507-F61E-3142-92C6-B4A1C6EEE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5" y="1802"/>
              <a:ext cx="9" cy="10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79" name="Freeform 379">
              <a:extLst>
                <a:ext uri="{FF2B5EF4-FFF2-40B4-BE49-F238E27FC236}">
                  <a16:creationId xmlns:a16="http://schemas.microsoft.com/office/drawing/2014/main" id="{949B357B-83CE-8E43-AF34-7978A4582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1" y="1809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0" name="Freeform 380">
              <a:extLst>
                <a:ext uri="{FF2B5EF4-FFF2-40B4-BE49-F238E27FC236}">
                  <a16:creationId xmlns:a16="http://schemas.microsoft.com/office/drawing/2014/main" id="{843986B2-A4EA-1D4A-BA7B-06AD8C5A1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7" y="1815"/>
              <a:ext cx="10" cy="9"/>
            </a:xfrm>
            <a:custGeom>
              <a:avLst/>
              <a:gdLst>
                <a:gd name="T0" fmla="*/ 20 w 20"/>
                <a:gd name="T1" fmla="*/ 13 h 19"/>
                <a:gd name="T2" fmla="*/ 14 w 20"/>
                <a:gd name="T3" fmla="*/ 0 h 19"/>
                <a:gd name="T4" fmla="*/ 0 w 20"/>
                <a:gd name="T5" fmla="*/ 6 h 19"/>
                <a:gd name="T6" fmla="*/ 6 w 20"/>
                <a:gd name="T7" fmla="*/ 19 h 19"/>
                <a:gd name="T8" fmla="*/ 20 w 20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20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1" name="Freeform 381">
              <a:extLst>
                <a:ext uri="{FF2B5EF4-FFF2-40B4-BE49-F238E27FC236}">
                  <a16:creationId xmlns:a16="http://schemas.microsoft.com/office/drawing/2014/main" id="{A23F3D32-804D-9A49-BBBE-9C5F77979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3" y="1821"/>
              <a:ext cx="9" cy="10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2" name="Freeform 382">
              <a:extLst>
                <a:ext uri="{FF2B5EF4-FFF2-40B4-BE49-F238E27FC236}">
                  <a16:creationId xmlns:a16="http://schemas.microsoft.com/office/drawing/2014/main" id="{CA531983-C43F-ED49-987B-0205146D17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" y="1827"/>
              <a:ext cx="10" cy="9"/>
            </a:xfrm>
            <a:custGeom>
              <a:avLst/>
              <a:gdLst>
                <a:gd name="T0" fmla="*/ 21 w 21"/>
                <a:gd name="T1" fmla="*/ 13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3" name="Freeform 383">
              <a:extLst>
                <a:ext uri="{FF2B5EF4-FFF2-40B4-BE49-F238E27FC236}">
                  <a16:creationId xmlns:a16="http://schemas.microsoft.com/office/drawing/2014/main" id="{5D74D27A-56CC-1940-9FB2-496D939AE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" y="1833"/>
              <a:ext cx="10" cy="10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4" name="Freeform 384">
              <a:extLst>
                <a:ext uri="{FF2B5EF4-FFF2-40B4-BE49-F238E27FC236}">
                  <a16:creationId xmlns:a16="http://schemas.microsoft.com/office/drawing/2014/main" id="{CCCE1AA4-FCBA-0844-9ABF-80B322EBF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1" y="1839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5" name="Freeform 385">
              <a:extLst>
                <a:ext uri="{FF2B5EF4-FFF2-40B4-BE49-F238E27FC236}">
                  <a16:creationId xmlns:a16="http://schemas.microsoft.com/office/drawing/2014/main" id="{A5CC90ED-1A4F-FC4E-83C2-EA340DBE6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7" y="1845"/>
              <a:ext cx="10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6" name="Freeform 386">
              <a:extLst>
                <a:ext uri="{FF2B5EF4-FFF2-40B4-BE49-F238E27FC236}">
                  <a16:creationId xmlns:a16="http://schemas.microsoft.com/office/drawing/2014/main" id="{C38DC9D8-DC8F-294A-A3CC-B26FD80B4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4" y="1852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7" name="Freeform 387">
              <a:extLst>
                <a:ext uri="{FF2B5EF4-FFF2-40B4-BE49-F238E27FC236}">
                  <a16:creationId xmlns:a16="http://schemas.microsoft.com/office/drawing/2014/main" id="{8C878002-6EE0-C840-8672-0C570A4DD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9" y="1857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8" name="Freeform 388">
              <a:extLst>
                <a:ext uri="{FF2B5EF4-FFF2-40B4-BE49-F238E27FC236}">
                  <a16:creationId xmlns:a16="http://schemas.microsoft.com/office/drawing/2014/main" id="{CDBC8A84-AD18-0247-8DE0-A78835662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5" y="1864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9" name="Freeform 389">
              <a:extLst>
                <a:ext uri="{FF2B5EF4-FFF2-40B4-BE49-F238E27FC236}">
                  <a16:creationId xmlns:a16="http://schemas.microsoft.com/office/drawing/2014/main" id="{77869E4D-6406-3740-9782-1C8E56E02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" y="1870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90" name="Freeform 390">
              <a:extLst>
                <a:ext uri="{FF2B5EF4-FFF2-40B4-BE49-F238E27FC236}">
                  <a16:creationId xmlns:a16="http://schemas.microsoft.com/office/drawing/2014/main" id="{278E4E22-2478-AA47-88E1-983764C50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7" y="1875"/>
              <a:ext cx="10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91" name="Freeform 391">
              <a:extLst>
                <a:ext uri="{FF2B5EF4-FFF2-40B4-BE49-F238E27FC236}">
                  <a16:creationId xmlns:a16="http://schemas.microsoft.com/office/drawing/2014/main" id="{6F39537C-51B2-2643-8F73-78B8FF054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3" y="1882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92" name="Freeform 392">
              <a:extLst>
                <a:ext uri="{FF2B5EF4-FFF2-40B4-BE49-F238E27FC236}">
                  <a16:creationId xmlns:a16="http://schemas.microsoft.com/office/drawing/2014/main" id="{93AB649A-6BCD-564D-8B3C-DE7EBB674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1888"/>
              <a:ext cx="9" cy="10"/>
            </a:xfrm>
            <a:custGeom>
              <a:avLst/>
              <a:gdLst>
                <a:gd name="T0" fmla="*/ 19 w 19"/>
                <a:gd name="T1" fmla="*/ 13 h 20"/>
                <a:gd name="T2" fmla="*/ 13 w 19"/>
                <a:gd name="T3" fmla="*/ 0 h 20"/>
                <a:gd name="T4" fmla="*/ 0 w 19"/>
                <a:gd name="T5" fmla="*/ 7 h 20"/>
                <a:gd name="T6" fmla="*/ 5 w 19"/>
                <a:gd name="T7" fmla="*/ 20 h 20"/>
                <a:gd name="T8" fmla="*/ 19 w 19"/>
                <a:gd name="T9" fmla="*/ 1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5" y="20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93" name="Freeform 393">
              <a:extLst>
                <a:ext uri="{FF2B5EF4-FFF2-40B4-BE49-F238E27FC236}">
                  <a16:creationId xmlns:a16="http://schemas.microsoft.com/office/drawing/2014/main" id="{561ABE02-2C20-3441-B123-8F1C89F8B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6" y="1894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94" name="Freeform 394">
              <a:extLst>
                <a:ext uri="{FF2B5EF4-FFF2-40B4-BE49-F238E27FC236}">
                  <a16:creationId xmlns:a16="http://schemas.microsoft.com/office/drawing/2014/main" id="{E8B843C1-8A76-7244-B4B6-F30EAF0C2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1" y="1900"/>
              <a:ext cx="11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95" name="Freeform 395">
              <a:extLst>
                <a:ext uri="{FF2B5EF4-FFF2-40B4-BE49-F238E27FC236}">
                  <a16:creationId xmlns:a16="http://schemas.microsoft.com/office/drawing/2014/main" id="{919CCC20-9B78-134D-A9AF-CB828AE1D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8" y="1907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96" name="Freeform 396">
              <a:extLst>
                <a:ext uri="{FF2B5EF4-FFF2-40B4-BE49-F238E27FC236}">
                  <a16:creationId xmlns:a16="http://schemas.microsoft.com/office/drawing/2014/main" id="{69E89D1D-D5A6-BB47-9675-A445E3AC5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4" y="1913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97" name="Freeform 397">
              <a:extLst>
                <a:ext uri="{FF2B5EF4-FFF2-40B4-BE49-F238E27FC236}">
                  <a16:creationId xmlns:a16="http://schemas.microsoft.com/office/drawing/2014/main" id="{02DFDA8A-CB4B-934A-ABE7-72F43FCF1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1919"/>
              <a:ext cx="11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98" name="Freeform 398">
              <a:extLst>
                <a:ext uri="{FF2B5EF4-FFF2-40B4-BE49-F238E27FC236}">
                  <a16:creationId xmlns:a16="http://schemas.microsoft.com/office/drawing/2014/main" id="{331528D7-1C22-FA4D-BE91-06FF5C3C6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6" y="1925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99" name="Freeform 399">
              <a:extLst>
                <a:ext uri="{FF2B5EF4-FFF2-40B4-BE49-F238E27FC236}">
                  <a16:creationId xmlns:a16="http://schemas.microsoft.com/office/drawing/2014/main" id="{C7F1154D-101A-DC4E-A427-F44285586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2" y="1931"/>
              <a:ext cx="10" cy="10"/>
            </a:xfrm>
            <a:custGeom>
              <a:avLst/>
              <a:gdLst>
                <a:gd name="T0" fmla="*/ 21 w 21"/>
                <a:gd name="T1" fmla="*/ 13 h 21"/>
                <a:gd name="T2" fmla="*/ 15 w 21"/>
                <a:gd name="T3" fmla="*/ 0 h 21"/>
                <a:gd name="T4" fmla="*/ 0 w 21"/>
                <a:gd name="T5" fmla="*/ 8 h 21"/>
                <a:gd name="T6" fmla="*/ 5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0" name="Freeform 400">
              <a:extLst>
                <a:ext uri="{FF2B5EF4-FFF2-40B4-BE49-F238E27FC236}">
                  <a16:creationId xmlns:a16="http://schemas.microsoft.com/office/drawing/2014/main" id="{F4D4D74D-9AA9-364D-80E8-862568DB6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" y="1937"/>
              <a:ext cx="9" cy="10"/>
            </a:xfrm>
            <a:custGeom>
              <a:avLst/>
              <a:gdLst>
                <a:gd name="T0" fmla="*/ 19 w 19"/>
                <a:gd name="T1" fmla="*/ 14 h 20"/>
                <a:gd name="T2" fmla="*/ 13 w 19"/>
                <a:gd name="T3" fmla="*/ 0 h 20"/>
                <a:gd name="T4" fmla="*/ 0 w 19"/>
                <a:gd name="T5" fmla="*/ 6 h 20"/>
                <a:gd name="T6" fmla="*/ 6 w 19"/>
                <a:gd name="T7" fmla="*/ 20 h 20"/>
                <a:gd name="T8" fmla="*/ 19 w 19"/>
                <a:gd name="T9" fmla="*/ 1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20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401" name="Group 401">
            <a:extLst>
              <a:ext uri="{FF2B5EF4-FFF2-40B4-BE49-F238E27FC236}">
                <a16:creationId xmlns:a16="http://schemas.microsoft.com/office/drawing/2014/main" id="{4B1D047E-712A-1A4A-BE57-03701220C94A}"/>
              </a:ext>
            </a:extLst>
          </p:cNvPr>
          <p:cNvGrpSpPr>
            <a:grpSpLocks/>
          </p:cNvGrpSpPr>
          <p:nvPr/>
        </p:nvGrpSpPr>
        <p:grpSpPr bwMode="auto">
          <a:xfrm>
            <a:off x="3053011" y="1875631"/>
            <a:ext cx="2881313" cy="1298575"/>
            <a:chOff x="1970" y="1587"/>
            <a:chExt cx="1815" cy="818"/>
          </a:xfrm>
        </p:grpSpPr>
        <p:sp>
          <p:nvSpPr>
            <p:cNvPr id="402" name="Freeform 402">
              <a:extLst>
                <a:ext uri="{FF2B5EF4-FFF2-40B4-BE49-F238E27FC236}">
                  <a16:creationId xmlns:a16="http://schemas.microsoft.com/office/drawing/2014/main" id="{AA86CC47-DD78-8C4D-8905-8041A2ED6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5" y="1587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3" name="Freeform 403">
              <a:extLst>
                <a:ext uri="{FF2B5EF4-FFF2-40B4-BE49-F238E27FC236}">
                  <a16:creationId xmlns:a16="http://schemas.microsoft.com/office/drawing/2014/main" id="{ADBE4C85-1334-C249-A74F-A8B59C8AE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1" y="1593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4" name="Freeform 404">
              <a:extLst>
                <a:ext uri="{FF2B5EF4-FFF2-40B4-BE49-F238E27FC236}">
                  <a16:creationId xmlns:a16="http://schemas.microsoft.com/office/drawing/2014/main" id="{E6B41553-C061-A240-9BBD-669D845BE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1600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5" name="Freeform 405">
              <a:extLst>
                <a:ext uri="{FF2B5EF4-FFF2-40B4-BE49-F238E27FC236}">
                  <a16:creationId xmlns:a16="http://schemas.microsoft.com/office/drawing/2014/main" id="{C192D98A-4DD4-BE40-81AE-D6D3A0454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3" y="1605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6" name="Freeform 406">
              <a:extLst>
                <a:ext uri="{FF2B5EF4-FFF2-40B4-BE49-F238E27FC236}">
                  <a16:creationId xmlns:a16="http://schemas.microsoft.com/office/drawing/2014/main" id="{F3B4EBF3-058A-E940-AA04-15C575416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0" y="1612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7" name="Freeform 407">
              <a:extLst>
                <a:ext uri="{FF2B5EF4-FFF2-40B4-BE49-F238E27FC236}">
                  <a16:creationId xmlns:a16="http://schemas.microsoft.com/office/drawing/2014/main" id="{07318BA8-65AC-B140-957D-A4A5CD19A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" y="1618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8" name="Freeform 408">
              <a:extLst>
                <a:ext uri="{FF2B5EF4-FFF2-40B4-BE49-F238E27FC236}">
                  <a16:creationId xmlns:a16="http://schemas.microsoft.com/office/drawing/2014/main" id="{4E5A393F-9F92-1C49-8368-900492AA95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624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9" name="Freeform 409">
              <a:extLst>
                <a:ext uri="{FF2B5EF4-FFF2-40B4-BE49-F238E27FC236}">
                  <a16:creationId xmlns:a16="http://schemas.microsoft.com/office/drawing/2014/main" id="{4EDED29C-0B2A-4D47-8DF2-12ACE69C8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8" y="1630"/>
              <a:ext cx="9" cy="10"/>
            </a:xfrm>
            <a:custGeom>
              <a:avLst/>
              <a:gdLst>
                <a:gd name="T0" fmla="*/ 19 w 19"/>
                <a:gd name="T1" fmla="*/ 13 h 21"/>
                <a:gd name="T2" fmla="*/ 14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4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10" name="Freeform 410">
              <a:extLst>
                <a:ext uri="{FF2B5EF4-FFF2-40B4-BE49-F238E27FC236}">
                  <a16:creationId xmlns:a16="http://schemas.microsoft.com/office/drawing/2014/main" id="{50B5BA7E-9B3B-3948-9A4E-3A5577EFD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3" y="1637"/>
              <a:ext cx="11" cy="9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11" name="Freeform 411">
              <a:extLst>
                <a:ext uri="{FF2B5EF4-FFF2-40B4-BE49-F238E27FC236}">
                  <a16:creationId xmlns:a16="http://schemas.microsoft.com/office/drawing/2014/main" id="{DA058D0B-6B69-BE41-B633-EC2A3D14C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0" y="1642"/>
              <a:ext cx="10" cy="11"/>
            </a:xfrm>
            <a:custGeom>
              <a:avLst/>
              <a:gdLst>
                <a:gd name="T0" fmla="*/ 19 w 19"/>
                <a:gd name="T1" fmla="*/ 13 h 21"/>
                <a:gd name="T2" fmla="*/ 14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12" name="Freeform 412">
              <a:extLst>
                <a:ext uri="{FF2B5EF4-FFF2-40B4-BE49-F238E27FC236}">
                  <a16:creationId xmlns:a16="http://schemas.microsoft.com/office/drawing/2014/main" id="{724CFC47-7E7C-634A-B827-3D1FAD9C9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1649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13" name="Freeform 413">
              <a:extLst>
                <a:ext uri="{FF2B5EF4-FFF2-40B4-BE49-F238E27FC236}">
                  <a16:creationId xmlns:a16="http://schemas.microsoft.com/office/drawing/2014/main" id="{416BD953-2F85-1C4B-A3DE-5978C7383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" y="1655"/>
              <a:ext cx="9" cy="10"/>
            </a:xfrm>
            <a:custGeom>
              <a:avLst/>
              <a:gdLst>
                <a:gd name="T0" fmla="*/ 19 w 19"/>
                <a:gd name="T1" fmla="*/ 13 h 20"/>
                <a:gd name="T2" fmla="*/ 13 w 19"/>
                <a:gd name="T3" fmla="*/ 0 h 20"/>
                <a:gd name="T4" fmla="*/ 0 w 19"/>
                <a:gd name="T5" fmla="*/ 7 h 20"/>
                <a:gd name="T6" fmla="*/ 6 w 19"/>
                <a:gd name="T7" fmla="*/ 20 h 20"/>
                <a:gd name="T8" fmla="*/ 19 w 19"/>
                <a:gd name="T9" fmla="*/ 1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6" y="20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14" name="Freeform 414">
              <a:extLst>
                <a:ext uri="{FF2B5EF4-FFF2-40B4-BE49-F238E27FC236}">
                  <a16:creationId xmlns:a16="http://schemas.microsoft.com/office/drawing/2014/main" id="{C3881DA8-44EC-594E-8BC2-DD7154DB4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8" y="1661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15" name="Freeform 415">
              <a:extLst>
                <a:ext uri="{FF2B5EF4-FFF2-40B4-BE49-F238E27FC236}">
                  <a16:creationId xmlns:a16="http://schemas.microsoft.com/office/drawing/2014/main" id="{BFA4FDC4-EF0A-7944-9C62-21FE28088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4" y="1668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16" name="Freeform 416">
              <a:extLst>
                <a:ext uri="{FF2B5EF4-FFF2-40B4-BE49-F238E27FC236}">
                  <a16:creationId xmlns:a16="http://schemas.microsoft.com/office/drawing/2014/main" id="{2622DC79-3163-064E-B042-7D31A6060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1" y="1674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17" name="Freeform 417">
              <a:extLst>
                <a:ext uri="{FF2B5EF4-FFF2-40B4-BE49-F238E27FC236}">
                  <a16:creationId xmlns:a16="http://schemas.microsoft.com/office/drawing/2014/main" id="{DAD83B79-4119-0444-BC05-4022FAB1F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1680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18" name="Freeform 418">
              <a:extLst>
                <a:ext uri="{FF2B5EF4-FFF2-40B4-BE49-F238E27FC236}">
                  <a16:creationId xmlns:a16="http://schemas.microsoft.com/office/drawing/2014/main" id="{51BCB759-8EFD-1743-9444-5D581E001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1686"/>
              <a:ext cx="10" cy="10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19" name="Freeform 419">
              <a:extLst>
                <a:ext uri="{FF2B5EF4-FFF2-40B4-BE49-F238E27FC236}">
                  <a16:creationId xmlns:a16="http://schemas.microsoft.com/office/drawing/2014/main" id="{BB5AD7E4-5A25-EC4B-A70B-0C4CED57D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9" y="1693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0" name="Freeform 420">
              <a:extLst>
                <a:ext uri="{FF2B5EF4-FFF2-40B4-BE49-F238E27FC236}">
                  <a16:creationId xmlns:a16="http://schemas.microsoft.com/office/drawing/2014/main" id="{2141005F-AF59-8041-BE39-F780005FA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1699"/>
              <a:ext cx="10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1" name="Freeform 421">
              <a:extLst>
                <a:ext uri="{FF2B5EF4-FFF2-40B4-BE49-F238E27FC236}">
                  <a16:creationId xmlns:a16="http://schemas.microsoft.com/office/drawing/2014/main" id="{1582228F-6F7F-EB43-8AAE-755232CF0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1" y="1705"/>
              <a:ext cx="10" cy="10"/>
            </a:xfrm>
            <a:custGeom>
              <a:avLst/>
              <a:gdLst>
                <a:gd name="T0" fmla="*/ 20 w 20"/>
                <a:gd name="T1" fmla="*/ 14 h 19"/>
                <a:gd name="T2" fmla="*/ 14 w 20"/>
                <a:gd name="T3" fmla="*/ 0 h 19"/>
                <a:gd name="T4" fmla="*/ 0 w 20"/>
                <a:gd name="T5" fmla="*/ 6 h 19"/>
                <a:gd name="T6" fmla="*/ 6 w 20"/>
                <a:gd name="T7" fmla="*/ 19 h 19"/>
                <a:gd name="T8" fmla="*/ 20 w 20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20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0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2" name="Freeform 422">
              <a:extLst>
                <a:ext uri="{FF2B5EF4-FFF2-40B4-BE49-F238E27FC236}">
                  <a16:creationId xmlns:a16="http://schemas.microsoft.com/office/drawing/2014/main" id="{29844B86-C8DE-4946-A719-331353280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7" y="1711"/>
              <a:ext cx="9" cy="10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3" name="Freeform 423">
              <a:extLst>
                <a:ext uri="{FF2B5EF4-FFF2-40B4-BE49-F238E27FC236}">
                  <a16:creationId xmlns:a16="http://schemas.microsoft.com/office/drawing/2014/main" id="{4D03E9D0-3F72-4048-A157-EE176E4FF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4" y="1718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4" name="Freeform 424">
              <a:extLst>
                <a:ext uri="{FF2B5EF4-FFF2-40B4-BE49-F238E27FC236}">
                  <a16:creationId xmlns:a16="http://schemas.microsoft.com/office/drawing/2014/main" id="{AD25FA4F-A2F3-A246-991C-B4139ECF5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1723"/>
              <a:ext cx="10" cy="11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5" name="Freeform 425">
              <a:extLst>
                <a:ext uri="{FF2B5EF4-FFF2-40B4-BE49-F238E27FC236}">
                  <a16:creationId xmlns:a16="http://schemas.microsoft.com/office/drawing/2014/main" id="{124649FF-530B-A54F-9F79-F6496D24F6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5" y="1730"/>
              <a:ext cx="11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6" name="Freeform 426">
              <a:extLst>
                <a:ext uri="{FF2B5EF4-FFF2-40B4-BE49-F238E27FC236}">
                  <a16:creationId xmlns:a16="http://schemas.microsoft.com/office/drawing/2014/main" id="{EEA1AD8B-100B-B24B-A5C2-099C63822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1736"/>
              <a:ext cx="9" cy="10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7" name="Freeform 427">
              <a:extLst>
                <a:ext uri="{FF2B5EF4-FFF2-40B4-BE49-F238E27FC236}">
                  <a16:creationId xmlns:a16="http://schemas.microsoft.com/office/drawing/2014/main" id="{A263AF85-C20E-DA47-A55E-3207B4F42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8" y="1742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8" name="Freeform 428">
              <a:extLst>
                <a:ext uri="{FF2B5EF4-FFF2-40B4-BE49-F238E27FC236}">
                  <a16:creationId xmlns:a16="http://schemas.microsoft.com/office/drawing/2014/main" id="{37983313-78C9-C848-B471-B8BFD0166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" y="1749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29" name="Freeform 429">
              <a:extLst>
                <a:ext uri="{FF2B5EF4-FFF2-40B4-BE49-F238E27FC236}">
                  <a16:creationId xmlns:a16="http://schemas.microsoft.com/office/drawing/2014/main" id="{0F496C32-3233-D54B-B49C-3BC6FF82F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0" y="1755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30" name="Freeform 430">
              <a:extLst>
                <a:ext uri="{FF2B5EF4-FFF2-40B4-BE49-F238E27FC236}">
                  <a16:creationId xmlns:a16="http://schemas.microsoft.com/office/drawing/2014/main" id="{2F18C31A-9AD5-0940-92A0-922059ED0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1761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6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6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31" name="Freeform 431">
              <a:extLst>
                <a:ext uri="{FF2B5EF4-FFF2-40B4-BE49-F238E27FC236}">
                  <a16:creationId xmlns:a16="http://schemas.microsoft.com/office/drawing/2014/main" id="{66C1DF6B-5A58-7343-80F8-DC4C713B6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1767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32" name="Freeform 432">
              <a:extLst>
                <a:ext uri="{FF2B5EF4-FFF2-40B4-BE49-F238E27FC236}">
                  <a16:creationId xmlns:a16="http://schemas.microsoft.com/office/drawing/2014/main" id="{24CB6269-C40A-8D4B-8909-C7543F005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" y="1774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33" name="Freeform 433">
              <a:extLst>
                <a:ext uri="{FF2B5EF4-FFF2-40B4-BE49-F238E27FC236}">
                  <a16:creationId xmlns:a16="http://schemas.microsoft.com/office/drawing/2014/main" id="{D8ED0059-09C8-B449-A014-7B2485BA6C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5" y="1779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34" name="Freeform 434">
              <a:extLst>
                <a:ext uri="{FF2B5EF4-FFF2-40B4-BE49-F238E27FC236}">
                  <a16:creationId xmlns:a16="http://schemas.microsoft.com/office/drawing/2014/main" id="{EA3554B7-5112-BD47-9068-4D1BDBB30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1" y="1786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35" name="Freeform 435">
              <a:extLst>
                <a:ext uri="{FF2B5EF4-FFF2-40B4-BE49-F238E27FC236}">
                  <a16:creationId xmlns:a16="http://schemas.microsoft.com/office/drawing/2014/main" id="{3485A9C9-B9CE-C64D-8981-E9E01DFE0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6" y="1792"/>
              <a:ext cx="11" cy="10"/>
            </a:xfrm>
            <a:custGeom>
              <a:avLst/>
              <a:gdLst>
                <a:gd name="T0" fmla="*/ 20 w 20"/>
                <a:gd name="T1" fmla="*/ 14 h 21"/>
                <a:gd name="T2" fmla="*/ 15 w 20"/>
                <a:gd name="T3" fmla="*/ 0 h 21"/>
                <a:gd name="T4" fmla="*/ 0 w 20"/>
                <a:gd name="T5" fmla="*/ 8 h 21"/>
                <a:gd name="T6" fmla="*/ 5 w 20"/>
                <a:gd name="T7" fmla="*/ 21 h 21"/>
                <a:gd name="T8" fmla="*/ 20 w 20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21"/>
                <a:gd name="T17" fmla="*/ 20 w 20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21">
                  <a:moveTo>
                    <a:pt x="20" y="14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20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36" name="Freeform 436">
              <a:extLst>
                <a:ext uri="{FF2B5EF4-FFF2-40B4-BE49-F238E27FC236}">
                  <a16:creationId xmlns:a16="http://schemas.microsoft.com/office/drawing/2014/main" id="{BE23E6B3-07A1-A44E-BAD2-89E36215E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1798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37" name="Freeform 437">
              <a:extLst>
                <a:ext uri="{FF2B5EF4-FFF2-40B4-BE49-F238E27FC236}">
                  <a16:creationId xmlns:a16="http://schemas.microsoft.com/office/drawing/2014/main" id="{00B22789-9E25-0F47-A1ED-9C2541268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9" y="1804"/>
              <a:ext cx="9" cy="11"/>
            </a:xfrm>
            <a:custGeom>
              <a:avLst/>
              <a:gdLst>
                <a:gd name="T0" fmla="*/ 19 w 19"/>
                <a:gd name="T1" fmla="*/ 13 h 21"/>
                <a:gd name="T2" fmla="*/ 14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4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38" name="Freeform 438">
              <a:extLst>
                <a:ext uri="{FF2B5EF4-FFF2-40B4-BE49-F238E27FC236}">
                  <a16:creationId xmlns:a16="http://schemas.microsoft.com/office/drawing/2014/main" id="{3681205A-2ABB-0143-B041-745DDDAD6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" y="1811"/>
              <a:ext cx="10" cy="9"/>
            </a:xfrm>
            <a:custGeom>
              <a:avLst/>
              <a:gdLst>
                <a:gd name="T0" fmla="*/ 19 w 19"/>
                <a:gd name="T1" fmla="*/ 14 h 20"/>
                <a:gd name="T2" fmla="*/ 13 w 19"/>
                <a:gd name="T3" fmla="*/ 0 h 20"/>
                <a:gd name="T4" fmla="*/ 0 w 19"/>
                <a:gd name="T5" fmla="*/ 6 h 20"/>
                <a:gd name="T6" fmla="*/ 5 w 19"/>
                <a:gd name="T7" fmla="*/ 20 h 20"/>
                <a:gd name="T8" fmla="*/ 19 w 19"/>
                <a:gd name="T9" fmla="*/ 1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20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39" name="Freeform 439">
              <a:extLst>
                <a:ext uri="{FF2B5EF4-FFF2-40B4-BE49-F238E27FC236}">
                  <a16:creationId xmlns:a16="http://schemas.microsoft.com/office/drawing/2014/main" id="{D1BCEF06-575A-7F4F-933F-8DCDA5F49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1" y="1816"/>
              <a:ext cx="10" cy="11"/>
            </a:xfrm>
            <a:custGeom>
              <a:avLst/>
              <a:gdLst>
                <a:gd name="T0" fmla="*/ 19 w 19"/>
                <a:gd name="T1" fmla="*/ 13 h 21"/>
                <a:gd name="T2" fmla="*/ 14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4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0" name="Freeform 440">
              <a:extLst>
                <a:ext uri="{FF2B5EF4-FFF2-40B4-BE49-F238E27FC236}">
                  <a16:creationId xmlns:a16="http://schemas.microsoft.com/office/drawing/2014/main" id="{3A0D8A6B-46AB-9F42-84B4-DEA38314A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7" y="1823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1" name="Freeform 441">
              <a:extLst>
                <a:ext uri="{FF2B5EF4-FFF2-40B4-BE49-F238E27FC236}">
                  <a16:creationId xmlns:a16="http://schemas.microsoft.com/office/drawing/2014/main" id="{1F2B19C5-7B4E-E142-903A-5C983CA372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" y="1830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2" name="Freeform 442">
              <a:extLst>
                <a:ext uri="{FF2B5EF4-FFF2-40B4-BE49-F238E27FC236}">
                  <a16:creationId xmlns:a16="http://schemas.microsoft.com/office/drawing/2014/main" id="{74E72988-241F-1244-ABF9-FC96550C68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1835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3" name="Freeform 443">
              <a:extLst>
                <a:ext uri="{FF2B5EF4-FFF2-40B4-BE49-F238E27FC236}">
                  <a16:creationId xmlns:a16="http://schemas.microsoft.com/office/drawing/2014/main" id="{C0F9E6C3-535D-0343-9739-67C7BCA75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" y="1842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4" name="Freeform 444">
              <a:extLst>
                <a:ext uri="{FF2B5EF4-FFF2-40B4-BE49-F238E27FC236}">
                  <a16:creationId xmlns:a16="http://schemas.microsoft.com/office/drawing/2014/main" id="{8FA9905A-B3F2-4646-80D5-1DA400EE9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1848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5" name="Freeform 445">
              <a:extLst>
                <a:ext uri="{FF2B5EF4-FFF2-40B4-BE49-F238E27FC236}">
                  <a16:creationId xmlns:a16="http://schemas.microsoft.com/office/drawing/2014/main" id="{C1985D7A-3AF7-034D-9BEA-70BCEFD62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854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6" name="Freeform 446">
              <a:extLst>
                <a:ext uri="{FF2B5EF4-FFF2-40B4-BE49-F238E27FC236}">
                  <a16:creationId xmlns:a16="http://schemas.microsoft.com/office/drawing/2014/main" id="{DB8D53BC-339F-6948-AE70-71ADD7371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4" y="1860"/>
              <a:ext cx="10" cy="11"/>
            </a:xfrm>
            <a:custGeom>
              <a:avLst/>
              <a:gdLst>
                <a:gd name="T0" fmla="*/ 19 w 19"/>
                <a:gd name="T1" fmla="*/ 14 h 21"/>
                <a:gd name="T2" fmla="*/ 14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4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7" name="Freeform 447">
              <a:extLst>
                <a:ext uri="{FF2B5EF4-FFF2-40B4-BE49-F238E27FC236}">
                  <a16:creationId xmlns:a16="http://schemas.microsoft.com/office/drawing/2014/main" id="{C7C20590-B55A-5549-992D-8A9725EA2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0" y="1867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8" name="Freeform 448">
              <a:extLst>
                <a:ext uri="{FF2B5EF4-FFF2-40B4-BE49-F238E27FC236}">
                  <a16:creationId xmlns:a16="http://schemas.microsoft.com/office/drawing/2014/main" id="{DAC8E3A4-2AB7-104E-99AC-878052FC8D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" y="1873"/>
              <a:ext cx="10" cy="10"/>
            </a:xfrm>
            <a:custGeom>
              <a:avLst/>
              <a:gdLst>
                <a:gd name="T0" fmla="*/ 21 w 21"/>
                <a:gd name="T1" fmla="*/ 13 h 21"/>
                <a:gd name="T2" fmla="*/ 15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9" name="Freeform 449">
              <a:extLst>
                <a:ext uri="{FF2B5EF4-FFF2-40B4-BE49-F238E27FC236}">
                  <a16:creationId xmlns:a16="http://schemas.microsoft.com/office/drawing/2014/main" id="{AED7E985-A670-E942-9E27-8DC49AEC5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2" y="1879"/>
              <a:ext cx="10" cy="10"/>
            </a:xfrm>
            <a:custGeom>
              <a:avLst/>
              <a:gdLst>
                <a:gd name="T0" fmla="*/ 20 w 20"/>
                <a:gd name="T1" fmla="*/ 14 h 19"/>
                <a:gd name="T2" fmla="*/ 14 w 20"/>
                <a:gd name="T3" fmla="*/ 0 h 19"/>
                <a:gd name="T4" fmla="*/ 0 w 20"/>
                <a:gd name="T5" fmla="*/ 6 h 19"/>
                <a:gd name="T6" fmla="*/ 6 w 20"/>
                <a:gd name="T7" fmla="*/ 19 h 19"/>
                <a:gd name="T8" fmla="*/ 20 w 20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20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0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50" name="Freeform 450">
              <a:extLst>
                <a:ext uri="{FF2B5EF4-FFF2-40B4-BE49-F238E27FC236}">
                  <a16:creationId xmlns:a16="http://schemas.microsoft.com/office/drawing/2014/main" id="{22917CC5-51D0-154C-9E08-F4BC8BAEF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8" y="1885"/>
              <a:ext cx="10" cy="10"/>
            </a:xfrm>
            <a:custGeom>
              <a:avLst/>
              <a:gdLst>
                <a:gd name="T0" fmla="*/ 21 w 21"/>
                <a:gd name="T1" fmla="*/ 13 h 21"/>
                <a:gd name="T2" fmla="*/ 15 w 21"/>
                <a:gd name="T3" fmla="*/ 0 h 21"/>
                <a:gd name="T4" fmla="*/ 0 w 21"/>
                <a:gd name="T5" fmla="*/ 7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5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51" name="Freeform 451">
              <a:extLst>
                <a:ext uri="{FF2B5EF4-FFF2-40B4-BE49-F238E27FC236}">
                  <a16:creationId xmlns:a16="http://schemas.microsoft.com/office/drawing/2014/main" id="{55D3DECD-83E5-3A43-84BC-436C2AB89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" y="1892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52" name="Freeform 452">
              <a:extLst>
                <a:ext uri="{FF2B5EF4-FFF2-40B4-BE49-F238E27FC236}">
                  <a16:creationId xmlns:a16="http://schemas.microsoft.com/office/drawing/2014/main" id="{7DDA4C58-D4EB-0D44-82DF-713010AEA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0" y="1897"/>
              <a:ext cx="10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53" name="Freeform 453">
              <a:extLst>
                <a:ext uri="{FF2B5EF4-FFF2-40B4-BE49-F238E27FC236}">
                  <a16:creationId xmlns:a16="http://schemas.microsoft.com/office/drawing/2014/main" id="{9B0CA103-9614-4746-889E-1D8F4E4C0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6" y="1904"/>
              <a:ext cx="11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54" name="Freeform 454">
              <a:extLst>
                <a:ext uri="{FF2B5EF4-FFF2-40B4-BE49-F238E27FC236}">
                  <a16:creationId xmlns:a16="http://schemas.microsoft.com/office/drawing/2014/main" id="{0F522DC2-1112-CD43-B899-2C2E42507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3" y="1911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55" name="Freeform 455">
              <a:extLst>
                <a:ext uri="{FF2B5EF4-FFF2-40B4-BE49-F238E27FC236}">
                  <a16:creationId xmlns:a16="http://schemas.microsoft.com/office/drawing/2014/main" id="{127C732C-31F7-F34B-945C-8C6DEF25E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9" y="1916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56" name="Freeform 456">
              <a:extLst>
                <a:ext uri="{FF2B5EF4-FFF2-40B4-BE49-F238E27FC236}">
                  <a16:creationId xmlns:a16="http://schemas.microsoft.com/office/drawing/2014/main" id="{7DE73B3D-5CEC-9146-8D50-54F164A50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5" y="1923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57" name="Freeform 457">
              <a:extLst>
                <a:ext uri="{FF2B5EF4-FFF2-40B4-BE49-F238E27FC236}">
                  <a16:creationId xmlns:a16="http://schemas.microsoft.com/office/drawing/2014/main" id="{8C0B0A88-5586-F642-95E3-26320FC62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1" y="1929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58" name="Freeform 458">
              <a:extLst>
                <a:ext uri="{FF2B5EF4-FFF2-40B4-BE49-F238E27FC236}">
                  <a16:creationId xmlns:a16="http://schemas.microsoft.com/office/drawing/2014/main" id="{7E00E703-AE42-D848-908E-A3C236194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1935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6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6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59" name="Freeform 459">
              <a:extLst>
                <a:ext uri="{FF2B5EF4-FFF2-40B4-BE49-F238E27FC236}">
                  <a16:creationId xmlns:a16="http://schemas.microsoft.com/office/drawing/2014/main" id="{FC4F215A-7320-BC4A-B5C6-9401F037E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1941"/>
              <a:ext cx="10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60" name="Freeform 460">
              <a:extLst>
                <a:ext uri="{FF2B5EF4-FFF2-40B4-BE49-F238E27FC236}">
                  <a16:creationId xmlns:a16="http://schemas.microsoft.com/office/drawing/2014/main" id="{C29AE291-7555-AF4E-AAAB-FD673C2B7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9" y="1948"/>
              <a:ext cx="11" cy="9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61" name="Freeform 461">
              <a:extLst>
                <a:ext uri="{FF2B5EF4-FFF2-40B4-BE49-F238E27FC236}">
                  <a16:creationId xmlns:a16="http://schemas.microsoft.com/office/drawing/2014/main" id="{14BAA208-4501-6D41-A1F8-D592C10FFC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6" y="1953"/>
              <a:ext cx="9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5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5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62" name="Freeform 462">
              <a:extLst>
                <a:ext uri="{FF2B5EF4-FFF2-40B4-BE49-F238E27FC236}">
                  <a16:creationId xmlns:a16="http://schemas.microsoft.com/office/drawing/2014/main" id="{57087A91-9150-D44A-B322-D96137557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1960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63" name="Freeform 463">
              <a:extLst>
                <a:ext uri="{FF2B5EF4-FFF2-40B4-BE49-F238E27FC236}">
                  <a16:creationId xmlns:a16="http://schemas.microsoft.com/office/drawing/2014/main" id="{6693FD07-8890-994F-9798-EC511C304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1966"/>
              <a:ext cx="11" cy="10"/>
            </a:xfrm>
            <a:custGeom>
              <a:avLst/>
              <a:gdLst>
                <a:gd name="T0" fmla="*/ 20 w 20"/>
                <a:gd name="T1" fmla="*/ 13 h 20"/>
                <a:gd name="T2" fmla="*/ 15 w 20"/>
                <a:gd name="T3" fmla="*/ 0 h 20"/>
                <a:gd name="T4" fmla="*/ 0 w 20"/>
                <a:gd name="T5" fmla="*/ 7 h 20"/>
                <a:gd name="T6" fmla="*/ 5 w 20"/>
                <a:gd name="T7" fmla="*/ 20 h 20"/>
                <a:gd name="T8" fmla="*/ 20 w 20"/>
                <a:gd name="T9" fmla="*/ 1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20"/>
                <a:gd name="T17" fmla="*/ 20 w 20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20">
                  <a:moveTo>
                    <a:pt x="20" y="13"/>
                  </a:moveTo>
                  <a:lnTo>
                    <a:pt x="15" y="0"/>
                  </a:lnTo>
                  <a:lnTo>
                    <a:pt x="0" y="7"/>
                  </a:lnTo>
                  <a:lnTo>
                    <a:pt x="5" y="20"/>
                  </a:lnTo>
                  <a:lnTo>
                    <a:pt x="2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64" name="Freeform 464">
              <a:extLst>
                <a:ext uri="{FF2B5EF4-FFF2-40B4-BE49-F238E27FC236}">
                  <a16:creationId xmlns:a16="http://schemas.microsoft.com/office/drawing/2014/main" id="{FA1D45EF-A170-3A4C-9D05-5471BC56B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1972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65" name="Freeform 465">
              <a:extLst>
                <a:ext uri="{FF2B5EF4-FFF2-40B4-BE49-F238E27FC236}">
                  <a16:creationId xmlns:a16="http://schemas.microsoft.com/office/drawing/2014/main" id="{AFB557C7-D07C-C94E-ABA6-3C1C7C98B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1978"/>
              <a:ext cx="10" cy="11"/>
            </a:xfrm>
            <a:custGeom>
              <a:avLst/>
              <a:gdLst>
                <a:gd name="T0" fmla="*/ 21 w 21"/>
                <a:gd name="T1" fmla="*/ 14 h 21"/>
                <a:gd name="T2" fmla="*/ 16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4"/>
                  </a:moveTo>
                  <a:lnTo>
                    <a:pt x="16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66" name="Freeform 466">
              <a:extLst>
                <a:ext uri="{FF2B5EF4-FFF2-40B4-BE49-F238E27FC236}">
                  <a16:creationId xmlns:a16="http://schemas.microsoft.com/office/drawing/2014/main" id="{3566A1C6-A3CB-9A46-A604-C47B74526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1985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67" name="Freeform 467">
              <a:extLst>
                <a:ext uri="{FF2B5EF4-FFF2-40B4-BE49-F238E27FC236}">
                  <a16:creationId xmlns:a16="http://schemas.microsoft.com/office/drawing/2014/main" id="{BE27BCFE-5D18-2D41-82D2-48C9CF5358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1991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68" name="Freeform 468">
              <a:extLst>
                <a:ext uri="{FF2B5EF4-FFF2-40B4-BE49-F238E27FC236}">
                  <a16:creationId xmlns:a16="http://schemas.microsoft.com/office/drawing/2014/main" id="{F5A9B95C-76B0-7141-B2EB-576672DCF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1997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69" name="Freeform 469">
              <a:extLst>
                <a:ext uri="{FF2B5EF4-FFF2-40B4-BE49-F238E27FC236}">
                  <a16:creationId xmlns:a16="http://schemas.microsoft.com/office/drawing/2014/main" id="{76EB5694-4C89-774A-AD6D-970064E591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2004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70" name="Freeform 470">
              <a:extLst>
                <a:ext uri="{FF2B5EF4-FFF2-40B4-BE49-F238E27FC236}">
                  <a16:creationId xmlns:a16="http://schemas.microsoft.com/office/drawing/2014/main" id="{24D58248-2F87-E74B-A733-6FAA83AB3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2010"/>
              <a:ext cx="11" cy="9"/>
            </a:xfrm>
            <a:custGeom>
              <a:avLst/>
              <a:gdLst>
                <a:gd name="T0" fmla="*/ 20 w 20"/>
                <a:gd name="T1" fmla="*/ 13 h 19"/>
                <a:gd name="T2" fmla="*/ 15 w 20"/>
                <a:gd name="T3" fmla="*/ 0 h 19"/>
                <a:gd name="T4" fmla="*/ 0 w 20"/>
                <a:gd name="T5" fmla="*/ 6 h 19"/>
                <a:gd name="T6" fmla="*/ 5 w 20"/>
                <a:gd name="T7" fmla="*/ 19 h 19"/>
                <a:gd name="T8" fmla="*/ 20 w 20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20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71" name="Freeform 471">
              <a:extLst>
                <a:ext uri="{FF2B5EF4-FFF2-40B4-BE49-F238E27FC236}">
                  <a16:creationId xmlns:a16="http://schemas.microsoft.com/office/drawing/2014/main" id="{930992FD-7C24-934E-85DB-69D8FBA8C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" y="2016"/>
              <a:ext cx="9" cy="10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72" name="Freeform 472">
              <a:extLst>
                <a:ext uri="{FF2B5EF4-FFF2-40B4-BE49-F238E27FC236}">
                  <a16:creationId xmlns:a16="http://schemas.microsoft.com/office/drawing/2014/main" id="{0D8445B6-1610-AE41-8543-C32B59E01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" y="2022"/>
              <a:ext cx="9" cy="10"/>
            </a:xfrm>
            <a:custGeom>
              <a:avLst/>
              <a:gdLst>
                <a:gd name="T0" fmla="*/ 19 w 19"/>
                <a:gd name="T1" fmla="*/ 13 h 21"/>
                <a:gd name="T2" fmla="*/ 14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73" name="Freeform 473">
              <a:extLst>
                <a:ext uri="{FF2B5EF4-FFF2-40B4-BE49-F238E27FC236}">
                  <a16:creationId xmlns:a16="http://schemas.microsoft.com/office/drawing/2014/main" id="{811EF95E-DF3C-5B46-96BC-6620D1A5FB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8" y="2029"/>
              <a:ext cx="11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74" name="Freeform 474">
              <a:extLst>
                <a:ext uri="{FF2B5EF4-FFF2-40B4-BE49-F238E27FC236}">
                  <a16:creationId xmlns:a16="http://schemas.microsoft.com/office/drawing/2014/main" id="{75AADF68-48C0-8740-A5DF-4F9F68146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5" y="2034"/>
              <a:ext cx="10" cy="11"/>
            </a:xfrm>
            <a:custGeom>
              <a:avLst/>
              <a:gdLst>
                <a:gd name="T0" fmla="*/ 19 w 19"/>
                <a:gd name="T1" fmla="*/ 13 h 20"/>
                <a:gd name="T2" fmla="*/ 14 w 19"/>
                <a:gd name="T3" fmla="*/ 0 h 20"/>
                <a:gd name="T4" fmla="*/ 0 w 19"/>
                <a:gd name="T5" fmla="*/ 7 h 20"/>
                <a:gd name="T6" fmla="*/ 6 w 19"/>
                <a:gd name="T7" fmla="*/ 20 h 20"/>
                <a:gd name="T8" fmla="*/ 19 w 19"/>
                <a:gd name="T9" fmla="*/ 1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3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6" y="20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75" name="Freeform 475">
              <a:extLst>
                <a:ext uri="{FF2B5EF4-FFF2-40B4-BE49-F238E27FC236}">
                  <a16:creationId xmlns:a16="http://schemas.microsoft.com/office/drawing/2014/main" id="{4F0B0725-66DD-0047-BCC2-9B2F5A992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2041"/>
              <a:ext cx="10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76" name="Freeform 476">
              <a:extLst>
                <a:ext uri="{FF2B5EF4-FFF2-40B4-BE49-F238E27FC236}">
                  <a16:creationId xmlns:a16="http://schemas.microsoft.com/office/drawing/2014/main" id="{7572E234-8CCE-DE4B-8486-46ACBAFE8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2047"/>
              <a:ext cx="9" cy="10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77" name="Freeform 477">
              <a:extLst>
                <a:ext uri="{FF2B5EF4-FFF2-40B4-BE49-F238E27FC236}">
                  <a16:creationId xmlns:a16="http://schemas.microsoft.com/office/drawing/2014/main" id="{2735E373-3D72-7449-84C1-590B40623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2053"/>
              <a:ext cx="10" cy="10"/>
            </a:xfrm>
            <a:custGeom>
              <a:avLst/>
              <a:gdLst>
                <a:gd name="T0" fmla="*/ 20 w 20"/>
                <a:gd name="T1" fmla="*/ 13 h 19"/>
                <a:gd name="T2" fmla="*/ 14 w 20"/>
                <a:gd name="T3" fmla="*/ 0 h 19"/>
                <a:gd name="T4" fmla="*/ 0 w 20"/>
                <a:gd name="T5" fmla="*/ 5 h 19"/>
                <a:gd name="T6" fmla="*/ 6 w 20"/>
                <a:gd name="T7" fmla="*/ 19 h 19"/>
                <a:gd name="T8" fmla="*/ 20 w 20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20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78" name="Freeform 478">
              <a:extLst>
                <a:ext uri="{FF2B5EF4-FFF2-40B4-BE49-F238E27FC236}">
                  <a16:creationId xmlns:a16="http://schemas.microsoft.com/office/drawing/2014/main" id="{D96E02D0-A2E9-AA43-915E-919BF2205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" y="2059"/>
              <a:ext cx="10" cy="10"/>
            </a:xfrm>
            <a:custGeom>
              <a:avLst/>
              <a:gdLst>
                <a:gd name="T0" fmla="*/ 21 w 21"/>
                <a:gd name="T1" fmla="*/ 13 h 21"/>
                <a:gd name="T2" fmla="*/ 15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79" name="Freeform 479">
              <a:extLst>
                <a:ext uri="{FF2B5EF4-FFF2-40B4-BE49-F238E27FC236}">
                  <a16:creationId xmlns:a16="http://schemas.microsoft.com/office/drawing/2014/main" id="{AE8A3371-3A39-2C4A-B80F-ED6B3FE8E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2066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0" name="Freeform 480">
              <a:extLst>
                <a:ext uri="{FF2B5EF4-FFF2-40B4-BE49-F238E27FC236}">
                  <a16:creationId xmlns:a16="http://schemas.microsoft.com/office/drawing/2014/main" id="{DA934BBE-B583-7848-A417-F00A4B4F9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2072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1" name="Freeform 481">
              <a:extLst>
                <a:ext uri="{FF2B5EF4-FFF2-40B4-BE49-F238E27FC236}">
                  <a16:creationId xmlns:a16="http://schemas.microsoft.com/office/drawing/2014/main" id="{4A09D02A-034F-4942-859C-AAE9202AC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" y="2078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2" name="Freeform 482">
              <a:extLst>
                <a:ext uri="{FF2B5EF4-FFF2-40B4-BE49-F238E27FC236}">
                  <a16:creationId xmlns:a16="http://schemas.microsoft.com/office/drawing/2014/main" id="{D1EC4BAD-5571-6A42-87CF-595624128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4" y="2085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3" name="Freeform 483">
              <a:extLst>
                <a:ext uri="{FF2B5EF4-FFF2-40B4-BE49-F238E27FC236}">
                  <a16:creationId xmlns:a16="http://schemas.microsoft.com/office/drawing/2014/main" id="{403CD497-1418-CF41-9DE4-DC13C14D2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2090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4" name="Freeform 484">
              <a:extLst>
                <a:ext uri="{FF2B5EF4-FFF2-40B4-BE49-F238E27FC236}">
                  <a16:creationId xmlns:a16="http://schemas.microsoft.com/office/drawing/2014/main" id="{70FF05C6-5B89-B448-B5E4-F84F66927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" y="2097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5" name="Freeform 485">
              <a:extLst>
                <a:ext uri="{FF2B5EF4-FFF2-40B4-BE49-F238E27FC236}">
                  <a16:creationId xmlns:a16="http://schemas.microsoft.com/office/drawing/2014/main" id="{1BA8F174-1DC1-3D4E-91F9-77050DAB2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2" y="2103"/>
              <a:ext cx="9" cy="10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6" name="Freeform 486">
              <a:extLst>
                <a:ext uri="{FF2B5EF4-FFF2-40B4-BE49-F238E27FC236}">
                  <a16:creationId xmlns:a16="http://schemas.microsoft.com/office/drawing/2014/main" id="{24A10979-FA60-904D-BC59-1687C15D9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9" y="2109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7" name="Freeform 487">
              <a:extLst>
                <a:ext uri="{FF2B5EF4-FFF2-40B4-BE49-F238E27FC236}">
                  <a16:creationId xmlns:a16="http://schemas.microsoft.com/office/drawing/2014/main" id="{4126E57A-FB0C-DA4C-B141-65F823070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2115"/>
              <a:ext cx="10" cy="11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8" name="Freeform 488">
              <a:extLst>
                <a:ext uri="{FF2B5EF4-FFF2-40B4-BE49-F238E27FC236}">
                  <a16:creationId xmlns:a16="http://schemas.microsoft.com/office/drawing/2014/main" id="{73E43341-9D0D-7042-8476-9DD1AF9B8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2122"/>
              <a:ext cx="11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9" name="Freeform 489">
              <a:extLst>
                <a:ext uri="{FF2B5EF4-FFF2-40B4-BE49-F238E27FC236}">
                  <a16:creationId xmlns:a16="http://schemas.microsoft.com/office/drawing/2014/main" id="{8C5DE713-F0AE-EE46-9179-7DEA94B4C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" y="2127"/>
              <a:ext cx="9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90" name="Freeform 490">
              <a:extLst>
                <a:ext uri="{FF2B5EF4-FFF2-40B4-BE49-F238E27FC236}">
                  <a16:creationId xmlns:a16="http://schemas.microsoft.com/office/drawing/2014/main" id="{8BA3E5A8-D280-2243-A2F3-02415FEA2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3" y="2134"/>
              <a:ext cx="9" cy="10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91" name="Freeform 491">
              <a:extLst>
                <a:ext uri="{FF2B5EF4-FFF2-40B4-BE49-F238E27FC236}">
                  <a16:creationId xmlns:a16="http://schemas.microsoft.com/office/drawing/2014/main" id="{781AFEF2-D20B-8D44-9A6F-FCD89BC9E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2141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92" name="Freeform 492">
              <a:extLst>
                <a:ext uri="{FF2B5EF4-FFF2-40B4-BE49-F238E27FC236}">
                  <a16:creationId xmlns:a16="http://schemas.microsoft.com/office/drawing/2014/main" id="{C687CAD8-6667-064A-A4EA-E52D97645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2146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93" name="Freeform 493">
              <a:extLst>
                <a:ext uri="{FF2B5EF4-FFF2-40B4-BE49-F238E27FC236}">
                  <a16:creationId xmlns:a16="http://schemas.microsoft.com/office/drawing/2014/main" id="{4F2B0782-350A-114B-90C2-1273EB01A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1" y="2153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94" name="Freeform 494">
              <a:extLst>
                <a:ext uri="{FF2B5EF4-FFF2-40B4-BE49-F238E27FC236}">
                  <a16:creationId xmlns:a16="http://schemas.microsoft.com/office/drawing/2014/main" id="{AC3E440A-F000-6348-8889-E554337F1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7" y="2159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95" name="Freeform 495">
              <a:extLst>
                <a:ext uri="{FF2B5EF4-FFF2-40B4-BE49-F238E27FC236}">
                  <a16:creationId xmlns:a16="http://schemas.microsoft.com/office/drawing/2014/main" id="{B5C70B5B-EE31-8B45-A374-F79BCBE0A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3" y="2166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96" name="Freeform 496">
              <a:extLst>
                <a:ext uri="{FF2B5EF4-FFF2-40B4-BE49-F238E27FC236}">
                  <a16:creationId xmlns:a16="http://schemas.microsoft.com/office/drawing/2014/main" id="{A13135EC-F51A-E747-BA9B-67CE3EFF1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" y="2171"/>
              <a:ext cx="9" cy="10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97" name="Freeform 497">
              <a:extLst>
                <a:ext uri="{FF2B5EF4-FFF2-40B4-BE49-F238E27FC236}">
                  <a16:creationId xmlns:a16="http://schemas.microsoft.com/office/drawing/2014/main" id="{05723B20-FF29-A641-AC52-4D2EC40DD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6" y="2178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98" name="Freeform 498">
              <a:extLst>
                <a:ext uri="{FF2B5EF4-FFF2-40B4-BE49-F238E27FC236}">
                  <a16:creationId xmlns:a16="http://schemas.microsoft.com/office/drawing/2014/main" id="{93C5AACE-3BC3-2C4A-99CD-A1B95570A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1" y="2184"/>
              <a:ext cx="11" cy="10"/>
            </a:xfrm>
            <a:custGeom>
              <a:avLst/>
              <a:gdLst>
                <a:gd name="T0" fmla="*/ 20 w 20"/>
                <a:gd name="T1" fmla="*/ 13 h 21"/>
                <a:gd name="T2" fmla="*/ 15 w 20"/>
                <a:gd name="T3" fmla="*/ 0 h 21"/>
                <a:gd name="T4" fmla="*/ 0 w 20"/>
                <a:gd name="T5" fmla="*/ 8 h 21"/>
                <a:gd name="T6" fmla="*/ 5 w 20"/>
                <a:gd name="T7" fmla="*/ 21 h 21"/>
                <a:gd name="T8" fmla="*/ 20 w 20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21"/>
                <a:gd name="T17" fmla="*/ 20 w 20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21">
                  <a:moveTo>
                    <a:pt x="20" y="13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2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99" name="Freeform 499">
              <a:extLst>
                <a:ext uri="{FF2B5EF4-FFF2-40B4-BE49-F238E27FC236}">
                  <a16:creationId xmlns:a16="http://schemas.microsoft.com/office/drawing/2014/main" id="{D7FC3DAA-5EC0-B14C-97F9-66E6F784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8" y="2190"/>
              <a:ext cx="9" cy="10"/>
            </a:xfrm>
            <a:custGeom>
              <a:avLst/>
              <a:gdLst>
                <a:gd name="T0" fmla="*/ 19 w 19"/>
                <a:gd name="T1" fmla="*/ 14 h 20"/>
                <a:gd name="T2" fmla="*/ 13 w 19"/>
                <a:gd name="T3" fmla="*/ 0 h 20"/>
                <a:gd name="T4" fmla="*/ 0 w 19"/>
                <a:gd name="T5" fmla="*/ 6 h 20"/>
                <a:gd name="T6" fmla="*/ 6 w 19"/>
                <a:gd name="T7" fmla="*/ 20 h 20"/>
                <a:gd name="T8" fmla="*/ 19 w 19"/>
                <a:gd name="T9" fmla="*/ 1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20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00" name="Freeform 500">
              <a:extLst>
                <a:ext uri="{FF2B5EF4-FFF2-40B4-BE49-F238E27FC236}">
                  <a16:creationId xmlns:a16="http://schemas.microsoft.com/office/drawing/2014/main" id="{3CDFE8C8-F98D-AD41-A4BD-19BC1A805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4" y="2196"/>
              <a:ext cx="9" cy="10"/>
            </a:xfrm>
            <a:custGeom>
              <a:avLst/>
              <a:gdLst>
                <a:gd name="T0" fmla="*/ 19 w 19"/>
                <a:gd name="T1" fmla="*/ 13 h 21"/>
                <a:gd name="T2" fmla="*/ 14 w 19"/>
                <a:gd name="T3" fmla="*/ 0 h 21"/>
                <a:gd name="T4" fmla="*/ 0 w 19"/>
                <a:gd name="T5" fmla="*/ 8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4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01" name="Freeform 501">
              <a:extLst>
                <a:ext uri="{FF2B5EF4-FFF2-40B4-BE49-F238E27FC236}">
                  <a16:creationId xmlns:a16="http://schemas.microsoft.com/office/drawing/2014/main" id="{5A36EB89-03E7-5447-A981-123BE32F9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2203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02" name="Freeform 502">
              <a:extLst>
                <a:ext uri="{FF2B5EF4-FFF2-40B4-BE49-F238E27FC236}">
                  <a16:creationId xmlns:a16="http://schemas.microsoft.com/office/drawing/2014/main" id="{6FD29F83-4396-BB41-A5F4-228822BEC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6" y="2208"/>
              <a:ext cx="10" cy="11"/>
            </a:xfrm>
            <a:custGeom>
              <a:avLst/>
              <a:gdLst>
                <a:gd name="T0" fmla="*/ 19 w 19"/>
                <a:gd name="T1" fmla="*/ 13 h 21"/>
                <a:gd name="T2" fmla="*/ 14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4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03" name="Freeform 503">
              <a:extLst>
                <a:ext uri="{FF2B5EF4-FFF2-40B4-BE49-F238E27FC236}">
                  <a16:creationId xmlns:a16="http://schemas.microsoft.com/office/drawing/2014/main" id="{F223011D-8F4B-1C49-B5A1-3F72601A2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2215"/>
              <a:ext cx="10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04" name="Freeform 504">
              <a:extLst>
                <a:ext uri="{FF2B5EF4-FFF2-40B4-BE49-F238E27FC236}">
                  <a16:creationId xmlns:a16="http://schemas.microsoft.com/office/drawing/2014/main" id="{416B18A0-8D32-0949-84B1-FE48BA6B2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9" y="2222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05" name="Freeform 505">
              <a:extLst>
                <a:ext uri="{FF2B5EF4-FFF2-40B4-BE49-F238E27FC236}">
                  <a16:creationId xmlns:a16="http://schemas.microsoft.com/office/drawing/2014/main" id="{F0764D08-F2DE-3942-B932-BEA282F33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" y="2227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06" name="Freeform 506">
              <a:extLst>
                <a:ext uri="{FF2B5EF4-FFF2-40B4-BE49-F238E27FC236}">
                  <a16:creationId xmlns:a16="http://schemas.microsoft.com/office/drawing/2014/main" id="{9FF2F33E-FFEF-C64B-AE68-FC7239ABA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1" y="2234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07" name="Freeform 507">
              <a:extLst>
                <a:ext uri="{FF2B5EF4-FFF2-40B4-BE49-F238E27FC236}">
                  <a16:creationId xmlns:a16="http://schemas.microsoft.com/office/drawing/2014/main" id="{CF8E0042-BD61-E249-878B-03826AE4A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2240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08" name="Freeform 508">
              <a:extLst>
                <a:ext uri="{FF2B5EF4-FFF2-40B4-BE49-F238E27FC236}">
                  <a16:creationId xmlns:a16="http://schemas.microsoft.com/office/drawing/2014/main" id="{FF3D30E8-EE48-D042-A208-49FDFA007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2" y="2246"/>
              <a:ext cx="11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5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09" name="Freeform 509">
              <a:extLst>
                <a:ext uri="{FF2B5EF4-FFF2-40B4-BE49-F238E27FC236}">
                  <a16:creationId xmlns:a16="http://schemas.microsoft.com/office/drawing/2014/main" id="{81574245-1823-C946-AFD8-9C3E70B7C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9" y="2252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10" name="Freeform 510">
              <a:extLst>
                <a:ext uri="{FF2B5EF4-FFF2-40B4-BE49-F238E27FC236}">
                  <a16:creationId xmlns:a16="http://schemas.microsoft.com/office/drawing/2014/main" id="{D843B056-0115-6248-9718-46CDC94FE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5" y="2259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11" name="Freeform 511">
              <a:extLst>
                <a:ext uri="{FF2B5EF4-FFF2-40B4-BE49-F238E27FC236}">
                  <a16:creationId xmlns:a16="http://schemas.microsoft.com/office/drawing/2014/main" id="{F8B5E5F0-7064-394D-9F5A-373C9EF67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2" y="2264"/>
              <a:ext cx="9" cy="11"/>
            </a:xfrm>
            <a:custGeom>
              <a:avLst/>
              <a:gdLst>
                <a:gd name="T0" fmla="*/ 19 w 19"/>
                <a:gd name="T1" fmla="*/ 13 h 21"/>
                <a:gd name="T2" fmla="*/ 13 w 19"/>
                <a:gd name="T3" fmla="*/ 0 h 21"/>
                <a:gd name="T4" fmla="*/ 0 w 19"/>
                <a:gd name="T5" fmla="*/ 7 h 21"/>
                <a:gd name="T6" fmla="*/ 6 w 19"/>
                <a:gd name="T7" fmla="*/ 21 h 21"/>
                <a:gd name="T8" fmla="*/ 19 w 19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12" name="Freeform 512">
              <a:extLst>
                <a:ext uri="{FF2B5EF4-FFF2-40B4-BE49-F238E27FC236}">
                  <a16:creationId xmlns:a16="http://schemas.microsoft.com/office/drawing/2014/main" id="{5EF5CFF0-E82F-CB4E-98E7-11632E2D7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7" y="2271"/>
              <a:ext cx="10" cy="10"/>
            </a:xfrm>
            <a:custGeom>
              <a:avLst/>
              <a:gdLst>
                <a:gd name="T0" fmla="*/ 20 w 20"/>
                <a:gd name="T1" fmla="*/ 13 h 19"/>
                <a:gd name="T2" fmla="*/ 14 w 20"/>
                <a:gd name="T3" fmla="*/ 0 h 19"/>
                <a:gd name="T4" fmla="*/ 0 w 20"/>
                <a:gd name="T5" fmla="*/ 6 h 19"/>
                <a:gd name="T6" fmla="*/ 6 w 20"/>
                <a:gd name="T7" fmla="*/ 19 h 19"/>
                <a:gd name="T8" fmla="*/ 20 w 20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20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0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13" name="Freeform 513">
              <a:extLst>
                <a:ext uri="{FF2B5EF4-FFF2-40B4-BE49-F238E27FC236}">
                  <a16:creationId xmlns:a16="http://schemas.microsoft.com/office/drawing/2014/main" id="{729A9EFD-5311-8E48-A02A-524A8441D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3" y="2277"/>
              <a:ext cx="10" cy="10"/>
            </a:xfrm>
            <a:custGeom>
              <a:avLst/>
              <a:gdLst>
                <a:gd name="T0" fmla="*/ 21 w 21"/>
                <a:gd name="T1" fmla="*/ 13 h 21"/>
                <a:gd name="T2" fmla="*/ 15 w 21"/>
                <a:gd name="T3" fmla="*/ 0 h 21"/>
                <a:gd name="T4" fmla="*/ 0 w 21"/>
                <a:gd name="T5" fmla="*/ 7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5" y="0"/>
                  </a:lnTo>
                  <a:lnTo>
                    <a:pt x="0" y="7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14" name="Freeform 514">
              <a:extLst>
                <a:ext uri="{FF2B5EF4-FFF2-40B4-BE49-F238E27FC236}">
                  <a16:creationId xmlns:a16="http://schemas.microsoft.com/office/drawing/2014/main" id="{AB904ABE-BEE3-8E48-BCC8-E6DFF0BCC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" y="2283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15" name="Freeform 515">
              <a:extLst>
                <a:ext uri="{FF2B5EF4-FFF2-40B4-BE49-F238E27FC236}">
                  <a16:creationId xmlns:a16="http://schemas.microsoft.com/office/drawing/2014/main" id="{BC283418-54D0-914A-BF5F-902837CD5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5" y="2289"/>
              <a:ext cx="10" cy="11"/>
            </a:xfrm>
            <a:custGeom>
              <a:avLst/>
              <a:gdLst>
                <a:gd name="T0" fmla="*/ 19 w 19"/>
                <a:gd name="T1" fmla="*/ 14 h 21"/>
                <a:gd name="T2" fmla="*/ 13 w 19"/>
                <a:gd name="T3" fmla="*/ 0 h 21"/>
                <a:gd name="T4" fmla="*/ 0 w 19"/>
                <a:gd name="T5" fmla="*/ 8 h 21"/>
                <a:gd name="T6" fmla="*/ 5 w 19"/>
                <a:gd name="T7" fmla="*/ 21 h 21"/>
                <a:gd name="T8" fmla="*/ 19 w 19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19" y="1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16" name="Freeform 516">
              <a:extLst>
                <a:ext uri="{FF2B5EF4-FFF2-40B4-BE49-F238E27FC236}">
                  <a16:creationId xmlns:a16="http://schemas.microsoft.com/office/drawing/2014/main" id="{C2EBFF9C-D0B3-5A43-9E0A-62E1E0AFE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2" y="2296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17" name="Freeform 517">
              <a:extLst>
                <a:ext uri="{FF2B5EF4-FFF2-40B4-BE49-F238E27FC236}">
                  <a16:creationId xmlns:a16="http://schemas.microsoft.com/office/drawing/2014/main" id="{1BC783FE-280D-9A48-BCE1-81FF579F8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8" y="2302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18" name="Freeform 518">
              <a:extLst>
                <a:ext uri="{FF2B5EF4-FFF2-40B4-BE49-F238E27FC236}">
                  <a16:creationId xmlns:a16="http://schemas.microsoft.com/office/drawing/2014/main" id="{0ECA4FE8-FA30-234A-A5E4-202B50F59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4" y="2308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19" name="Freeform 519">
              <a:extLst>
                <a:ext uri="{FF2B5EF4-FFF2-40B4-BE49-F238E27FC236}">
                  <a16:creationId xmlns:a16="http://schemas.microsoft.com/office/drawing/2014/main" id="{77FDE5B8-1919-9E48-93EA-34507053C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0" y="2315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0" name="Freeform 520">
              <a:extLst>
                <a:ext uri="{FF2B5EF4-FFF2-40B4-BE49-F238E27FC236}">
                  <a16:creationId xmlns:a16="http://schemas.microsoft.com/office/drawing/2014/main" id="{10078E45-0EFC-7544-B8AB-F1B80DC19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6" y="2321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1" name="Freeform 521">
              <a:extLst>
                <a:ext uri="{FF2B5EF4-FFF2-40B4-BE49-F238E27FC236}">
                  <a16:creationId xmlns:a16="http://schemas.microsoft.com/office/drawing/2014/main" id="{C8B5753C-7983-9644-9D32-1C200593D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" y="2327"/>
              <a:ext cx="10" cy="10"/>
            </a:xfrm>
            <a:custGeom>
              <a:avLst/>
              <a:gdLst>
                <a:gd name="T0" fmla="*/ 21 w 21"/>
                <a:gd name="T1" fmla="*/ 14 h 19"/>
                <a:gd name="T2" fmla="*/ 16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4"/>
                  </a:moveTo>
                  <a:lnTo>
                    <a:pt x="16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2" name="Freeform 522">
              <a:extLst>
                <a:ext uri="{FF2B5EF4-FFF2-40B4-BE49-F238E27FC236}">
                  <a16:creationId xmlns:a16="http://schemas.microsoft.com/office/drawing/2014/main" id="{60468BFD-1DC0-0B4F-8B5F-971D2F6F7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8" y="2333"/>
              <a:ext cx="10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3" name="Freeform 523">
              <a:extLst>
                <a:ext uri="{FF2B5EF4-FFF2-40B4-BE49-F238E27FC236}">
                  <a16:creationId xmlns:a16="http://schemas.microsoft.com/office/drawing/2014/main" id="{F325D68F-011C-6040-9F1A-8BE2B2C40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2340"/>
              <a:ext cx="11" cy="9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6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4" name="Freeform 524">
              <a:extLst>
                <a:ext uri="{FF2B5EF4-FFF2-40B4-BE49-F238E27FC236}">
                  <a16:creationId xmlns:a16="http://schemas.microsoft.com/office/drawing/2014/main" id="{6542A658-6B5E-3A41-B903-7D0B7171B0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1" y="2345"/>
              <a:ext cx="9" cy="11"/>
            </a:xfrm>
            <a:custGeom>
              <a:avLst/>
              <a:gdLst>
                <a:gd name="T0" fmla="*/ 19 w 19"/>
                <a:gd name="T1" fmla="*/ 13 h 20"/>
                <a:gd name="T2" fmla="*/ 13 w 19"/>
                <a:gd name="T3" fmla="*/ 0 h 20"/>
                <a:gd name="T4" fmla="*/ 0 w 19"/>
                <a:gd name="T5" fmla="*/ 7 h 20"/>
                <a:gd name="T6" fmla="*/ 5 w 19"/>
                <a:gd name="T7" fmla="*/ 20 h 20"/>
                <a:gd name="T8" fmla="*/ 19 w 19"/>
                <a:gd name="T9" fmla="*/ 1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19" y="13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5" y="20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5" name="Freeform 525">
              <a:extLst>
                <a:ext uri="{FF2B5EF4-FFF2-40B4-BE49-F238E27FC236}">
                  <a16:creationId xmlns:a16="http://schemas.microsoft.com/office/drawing/2014/main" id="{A0525E90-348A-8B4F-8F0A-A8F385E77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2352"/>
              <a:ext cx="9" cy="9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6" name="Freeform 526">
              <a:extLst>
                <a:ext uri="{FF2B5EF4-FFF2-40B4-BE49-F238E27FC236}">
                  <a16:creationId xmlns:a16="http://schemas.microsoft.com/office/drawing/2014/main" id="{72634113-1158-F347-8944-24A4005AA8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358"/>
              <a:ext cx="11" cy="10"/>
            </a:xfrm>
            <a:custGeom>
              <a:avLst/>
              <a:gdLst>
                <a:gd name="T0" fmla="*/ 20 w 20"/>
                <a:gd name="T1" fmla="*/ 14 h 21"/>
                <a:gd name="T2" fmla="*/ 15 w 20"/>
                <a:gd name="T3" fmla="*/ 0 h 21"/>
                <a:gd name="T4" fmla="*/ 0 w 20"/>
                <a:gd name="T5" fmla="*/ 8 h 21"/>
                <a:gd name="T6" fmla="*/ 5 w 20"/>
                <a:gd name="T7" fmla="*/ 21 h 21"/>
                <a:gd name="T8" fmla="*/ 20 w 20"/>
                <a:gd name="T9" fmla="*/ 14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21"/>
                <a:gd name="T17" fmla="*/ 20 w 20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21">
                  <a:moveTo>
                    <a:pt x="20" y="14"/>
                  </a:moveTo>
                  <a:lnTo>
                    <a:pt x="15" y="0"/>
                  </a:lnTo>
                  <a:lnTo>
                    <a:pt x="0" y="8"/>
                  </a:lnTo>
                  <a:lnTo>
                    <a:pt x="5" y="21"/>
                  </a:lnTo>
                  <a:lnTo>
                    <a:pt x="20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7" name="Freeform 527">
              <a:extLst>
                <a:ext uri="{FF2B5EF4-FFF2-40B4-BE49-F238E27FC236}">
                  <a16:creationId xmlns:a16="http://schemas.microsoft.com/office/drawing/2014/main" id="{FF6B617E-2FF1-8245-BF00-22E0293D4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9" y="2364"/>
              <a:ext cx="9" cy="10"/>
            </a:xfrm>
            <a:custGeom>
              <a:avLst/>
              <a:gdLst>
                <a:gd name="T0" fmla="*/ 19 w 19"/>
                <a:gd name="T1" fmla="*/ 13 h 19"/>
                <a:gd name="T2" fmla="*/ 13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3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8" name="Freeform 528">
              <a:extLst>
                <a:ext uri="{FF2B5EF4-FFF2-40B4-BE49-F238E27FC236}">
                  <a16:creationId xmlns:a16="http://schemas.microsoft.com/office/drawing/2014/main" id="{0524CDD7-2B94-554C-909E-1B48BDB0C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5" y="2370"/>
              <a:ext cx="10" cy="10"/>
            </a:xfrm>
            <a:custGeom>
              <a:avLst/>
              <a:gdLst>
                <a:gd name="T0" fmla="*/ 21 w 21"/>
                <a:gd name="T1" fmla="*/ 13 h 21"/>
                <a:gd name="T2" fmla="*/ 16 w 21"/>
                <a:gd name="T3" fmla="*/ 0 h 21"/>
                <a:gd name="T4" fmla="*/ 0 w 21"/>
                <a:gd name="T5" fmla="*/ 8 h 21"/>
                <a:gd name="T6" fmla="*/ 6 w 21"/>
                <a:gd name="T7" fmla="*/ 21 h 21"/>
                <a:gd name="T8" fmla="*/ 21 w 21"/>
                <a:gd name="T9" fmla="*/ 13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21" y="13"/>
                  </a:moveTo>
                  <a:lnTo>
                    <a:pt x="16" y="0"/>
                  </a:lnTo>
                  <a:lnTo>
                    <a:pt x="0" y="8"/>
                  </a:lnTo>
                  <a:lnTo>
                    <a:pt x="6" y="21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29" name="Freeform 529">
              <a:extLst>
                <a:ext uri="{FF2B5EF4-FFF2-40B4-BE49-F238E27FC236}">
                  <a16:creationId xmlns:a16="http://schemas.microsoft.com/office/drawing/2014/main" id="{399763C2-C5A7-F14E-ACB7-739DB9D78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377"/>
              <a:ext cx="10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5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30" name="Freeform 530">
              <a:extLst>
                <a:ext uri="{FF2B5EF4-FFF2-40B4-BE49-F238E27FC236}">
                  <a16:creationId xmlns:a16="http://schemas.microsoft.com/office/drawing/2014/main" id="{152463CC-A305-C34E-90B5-7FFAF2568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7" y="2383"/>
              <a:ext cx="10" cy="10"/>
            </a:xfrm>
            <a:custGeom>
              <a:avLst/>
              <a:gdLst>
                <a:gd name="T0" fmla="*/ 19 w 19"/>
                <a:gd name="T1" fmla="*/ 13 h 19"/>
                <a:gd name="T2" fmla="*/ 14 w 19"/>
                <a:gd name="T3" fmla="*/ 0 h 19"/>
                <a:gd name="T4" fmla="*/ 0 w 19"/>
                <a:gd name="T5" fmla="*/ 5 h 19"/>
                <a:gd name="T6" fmla="*/ 6 w 19"/>
                <a:gd name="T7" fmla="*/ 19 h 19"/>
                <a:gd name="T8" fmla="*/ 19 w 19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3"/>
                  </a:moveTo>
                  <a:lnTo>
                    <a:pt x="14" y="0"/>
                  </a:lnTo>
                  <a:lnTo>
                    <a:pt x="0" y="5"/>
                  </a:lnTo>
                  <a:lnTo>
                    <a:pt x="6" y="19"/>
                  </a:lnTo>
                  <a:lnTo>
                    <a:pt x="19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31" name="Freeform 531">
              <a:extLst>
                <a:ext uri="{FF2B5EF4-FFF2-40B4-BE49-F238E27FC236}">
                  <a16:creationId xmlns:a16="http://schemas.microsoft.com/office/drawing/2014/main" id="{666BEBFC-C74F-7E41-9346-83C7DF92D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2389"/>
              <a:ext cx="10" cy="10"/>
            </a:xfrm>
            <a:custGeom>
              <a:avLst/>
              <a:gdLst>
                <a:gd name="T0" fmla="*/ 21 w 21"/>
                <a:gd name="T1" fmla="*/ 13 h 19"/>
                <a:gd name="T2" fmla="*/ 15 w 21"/>
                <a:gd name="T3" fmla="*/ 0 h 19"/>
                <a:gd name="T4" fmla="*/ 0 w 21"/>
                <a:gd name="T5" fmla="*/ 6 h 19"/>
                <a:gd name="T6" fmla="*/ 5 w 21"/>
                <a:gd name="T7" fmla="*/ 19 h 19"/>
                <a:gd name="T8" fmla="*/ 21 w 21"/>
                <a:gd name="T9" fmla="*/ 1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21" y="13"/>
                  </a:moveTo>
                  <a:lnTo>
                    <a:pt x="15" y="0"/>
                  </a:lnTo>
                  <a:lnTo>
                    <a:pt x="0" y="6"/>
                  </a:lnTo>
                  <a:lnTo>
                    <a:pt x="5" y="19"/>
                  </a:lnTo>
                  <a:lnTo>
                    <a:pt x="2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32" name="Freeform 532">
              <a:extLst>
                <a:ext uri="{FF2B5EF4-FFF2-40B4-BE49-F238E27FC236}">
                  <a16:creationId xmlns:a16="http://schemas.microsoft.com/office/drawing/2014/main" id="{A2E1D615-08A6-9148-BCB6-4F4319C3C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2396"/>
              <a:ext cx="9" cy="9"/>
            </a:xfrm>
            <a:custGeom>
              <a:avLst/>
              <a:gdLst>
                <a:gd name="T0" fmla="*/ 19 w 19"/>
                <a:gd name="T1" fmla="*/ 14 h 19"/>
                <a:gd name="T2" fmla="*/ 13 w 19"/>
                <a:gd name="T3" fmla="*/ 0 h 19"/>
                <a:gd name="T4" fmla="*/ 0 w 19"/>
                <a:gd name="T5" fmla="*/ 6 h 19"/>
                <a:gd name="T6" fmla="*/ 6 w 19"/>
                <a:gd name="T7" fmla="*/ 19 h 19"/>
                <a:gd name="T8" fmla="*/ 19 w 19"/>
                <a:gd name="T9" fmla="*/ 1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19" y="14"/>
                  </a:moveTo>
                  <a:lnTo>
                    <a:pt x="13" y="0"/>
                  </a:lnTo>
                  <a:lnTo>
                    <a:pt x="0" y="6"/>
                  </a:lnTo>
                  <a:lnTo>
                    <a:pt x="6" y="19"/>
                  </a:lnTo>
                  <a:lnTo>
                    <a:pt x="19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533" name="Group 533">
            <a:extLst>
              <a:ext uri="{FF2B5EF4-FFF2-40B4-BE49-F238E27FC236}">
                <a16:creationId xmlns:a16="http://schemas.microsoft.com/office/drawing/2014/main" id="{3997EF23-1D61-624C-BA3E-BDE4D07CFAFF}"/>
              </a:ext>
            </a:extLst>
          </p:cNvPr>
          <p:cNvGrpSpPr>
            <a:grpSpLocks/>
          </p:cNvGrpSpPr>
          <p:nvPr/>
        </p:nvGrpSpPr>
        <p:grpSpPr bwMode="auto">
          <a:xfrm>
            <a:off x="5920036" y="1178719"/>
            <a:ext cx="2827338" cy="1274762"/>
            <a:chOff x="3776" y="1148"/>
            <a:chExt cx="1781" cy="803"/>
          </a:xfrm>
        </p:grpSpPr>
        <p:sp>
          <p:nvSpPr>
            <p:cNvPr id="534" name="Freeform 534">
              <a:extLst>
                <a:ext uri="{FF2B5EF4-FFF2-40B4-BE49-F238E27FC236}">
                  <a16:creationId xmlns:a16="http://schemas.microsoft.com/office/drawing/2014/main" id="{6279081F-0623-3B4B-AF4C-3D71E896E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1148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35" name="Freeform 535">
              <a:extLst>
                <a:ext uri="{FF2B5EF4-FFF2-40B4-BE49-F238E27FC236}">
                  <a16:creationId xmlns:a16="http://schemas.microsoft.com/office/drawing/2014/main" id="{5635964D-E72A-8743-9A06-9AC21D460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1154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36" name="Freeform 536">
              <a:extLst>
                <a:ext uri="{FF2B5EF4-FFF2-40B4-BE49-F238E27FC236}">
                  <a16:creationId xmlns:a16="http://schemas.microsoft.com/office/drawing/2014/main" id="{746EA60D-E492-FE4A-8742-8055FE9D3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1160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37" name="Freeform 537">
              <a:extLst>
                <a:ext uri="{FF2B5EF4-FFF2-40B4-BE49-F238E27FC236}">
                  <a16:creationId xmlns:a16="http://schemas.microsoft.com/office/drawing/2014/main" id="{B13E376A-6344-EA44-A789-7FAC92765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" y="1166"/>
              <a:ext cx="10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38" name="Freeform 538">
              <a:extLst>
                <a:ext uri="{FF2B5EF4-FFF2-40B4-BE49-F238E27FC236}">
                  <a16:creationId xmlns:a16="http://schemas.microsoft.com/office/drawing/2014/main" id="{A9263FEE-B7C3-6340-8728-132B15932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" y="1173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39" name="Freeform 539">
              <a:extLst>
                <a:ext uri="{FF2B5EF4-FFF2-40B4-BE49-F238E27FC236}">
                  <a16:creationId xmlns:a16="http://schemas.microsoft.com/office/drawing/2014/main" id="{E341CDBB-C8BF-CD45-A180-8E55C2626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178"/>
              <a:ext cx="10" cy="10"/>
            </a:xfrm>
            <a:custGeom>
              <a:avLst/>
              <a:gdLst>
                <a:gd name="T0" fmla="*/ 6 w 19"/>
                <a:gd name="T1" fmla="*/ 0 h 20"/>
                <a:gd name="T2" fmla="*/ 0 w 19"/>
                <a:gd name="T3" fmla="*/ 14 h 20"/>
                <a:gd name="T4" fmla="*/ 13 w 19"/>
                <a:gd name="T5" fmla="*/ 20 h 20"/>
                <a:gd name="T6" fmla="*/ 19 w 19"/>
                <a:gd name="T7" fmla="*/ 6 h 20"/>
                <a:gd name="T8" fmla="*/ 6 w 1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6" y="0"/>
                  </a:moveTo>
                  <a:lnTo>
                    <a:pt x="0" y="14"/>
                  </a:lnTo>
                  <a:lnTo>
                    <a:pt x="13" y="20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0" name="Freeform 540">
              <a:extLst>
                <a:ext uri="{FF2B5EF4-FFF2-40B4-BE49-F238E27FC236}">
                  <a16:creationId xmlns:a16="http://schemas.microsoft.com/office/drawing/2014/main" id="{DAF89D0A-3688-A24F-A046-DE880C4E3C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8" y="1185"/>
              <a:ext cx="10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1" name="Freeform 541">
              <a:extLst>
                <a:ext uri="{FF2B5EF4-FFF2-40B4-BE49-F238E27FC236}">
                  <a16:creationId xmlns:a16="http://schemas.microsoft.com/office/drawing/2014/main" id="{1FB95CE3-01FA-204B-AF47-B83FA563E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3" y="1191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2" name="Freeform 542">
              <a:extLst>
                <a:ext uri="{FF2B5EF4-FFF2-40B4-BE49-F238E27FC236}">
                  <a16:creationId xmlns:a16="http://schemas.microsoft.com/office/drawing/2014/main" id="{62A72CD6-EF25-9242-9D66-342DF5FB2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1197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3" name="Freeform 543">
              <a:extLst>
                <a:ext uri="{FF2B5EF4-FFF2-40B4-BE49-F238E27FC236}">
                  <a16:creationId xmlns:a16="http://schemas.microsoft.com/office/drawing/2014/main" id="{694E76BD-CC95-2D43-B72C-5BAABD178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1203"/>
              <a:ext cx="10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4" name="Freeform 544">
              <a:extLst>
                <a:ext uri="{FF2B5EF4-FFF2-40B4-BE49-F238E27FC236}">
                  <a16:creationId xmlns:a16="http://schemas.microsoft.com/office/drawing/2014/main" id="{1693821B-01AB-7549-961C-F209A9FDA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" y="1210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5" name="Freeform 545">
              <a:extLst>
                <a:ext uri="{FF2B5EF4-FFF2-40B4-BE49-F238E27FC236}">
                  <a16:creationId xmlns:a16="http://schemas.microsoft.com/office/drawing/2014/main" id="{23F26407-A63F-0D42-A19D-92EB4F316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8" y="1215"/>
              <a:ext cx="9" cy="11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6" name="Freeform 546">
              <a:extLst>
                <a:ext uri="{FF2B5EF4-FFF2-40B4-BE49-F238E27FC236}">
                  <a16:creationId xmlns:a16="http://schemas.microsoft.com/office/drawing/2014/main" id="{EC52EAC7-C34F-E74E-A6BC-32783D096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2" y="1222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7" name="Freeform 547">
              <a:extLst>
                <a:ext uri="{FF2B5EF4-FFF2-40B4-BE49-F238E27FC236}">
                  <a16:creationId xmlns:a16="http://schemas.microsoft.com/office/drawing/2014/main" id="{C378BEB5-5E76-9148-A259-051A39383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5" y="1228"/>
              <a:ext cx="11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4 h 21"/>
                <a:gd name="T4" fmla="*/ 15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4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8" name="Freeform 548">
              <a:extLst>
                <a:ext uri="{FF2B5EF4-FFF2-40B4-BE49-F238E27FC236}">
                  <a16:creationId xmlns:a16="http://schemas.microsoft.com/office/drawing/2014/main" id="{D9FCA025-9F68-3746-A45F-6A456B4F2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1234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9" name="Freeform 549">
              <a:extLst>
                <a:ext uri="{FF2B5EF4-FFF2-40B4-BE49-F238E27FC236}">
                  <a16:creationId xmlns:a16="http://schemas.microsoft.com/office/drawing/2014/main" id="{DD93B16D-21F2-EA4E-A4D4-B25442A2B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241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50" name="Freeform 550">
              <a:extLst>
                <a:ext uri="{FF2B5EF4-FFF2-40B4-BE49-F238E27FC236}">
                  <a16:creationId xmlns:a16="http://schemas.microsoft.com/office/drawing/2014/main" id="{70E85176-9E3A-6B43-B721-36827A906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" y="1247"/>
              <a:ext cx="10" cy="9"/>
            </a:xfrm>
            <a:custGeom>
              <a:avLst/>
              <a:gdLst>
                <a:gd name="T0" fmla="*/ 6 w 20"/>
                <a:gd name="T1" fmla="*/ 0 h 19"/>
                <a:gd name="T2" fmla="*/ 0 w 20"/>
                <a:gd name="T3" fmla="*/ 14 h 19"/>
                <a:gd name="T4" fmla="*/ 14 w 20"/>
                <a:gd name="T5" fmla="*/ 19 h 19"/>
                <a:gd name="T6" fmla="*/ 20 w 20"/>
                <a:gd name="T7" fmla="*/ 6 h 19"/>
                <a:gd name="T8" fmla="*/ 6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20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51" name="Freeform 551">
              <a:extLst>
                <a:ext uri="{FF2B5EF4-FFF2-40B4-BE49-F238E27FC236}">
                  <a16:creationId xmlns:a16="http://schemas.microsoft.com/office/drawing/2014/main" id="{FB1216B4-5ED8-F24D-A070-BC3F56495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1253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52" name="Freeform 552">
              <a:extLst>
                <a:ext uri="{FF2B5EF4-FFF2-40B4-BE49-F238E27FC236}">
                  <a16:creationId xmlns:a16="http://schemas.microsoft.com/office/drawing/2014/main" id="{7A403463-6A9E-0043-98A8-D6C9824C1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259"/>
              <a:ext cx="10" cy="10"/>
            </a:xfrm>
            <a:custGeom>
              <a:avLst/>
              <a:gdLst>
                <a:gd name="T0" fmla="*/ 5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5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53" name="Freeform 553">
              <a:extLst>
                <a:ext uri="{FF2B5EF4-FFF2-40B4-BE49-F238E27FC236}">
                  <a16:creationId xmlns:a16="http://schemas.microsoft.com/office/drawing/2014/main" id="{0007D2E8-F1D2-6748-AC41-047FE0DE4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9" y="1266"/>
              <a:ext cx="10" cy="9"/>
            </a:xfrm>
            <a:custGeom>
              <a:avLst/>
              <a:gdLst>
                <a:gd name="T0" fmla="*/ 6 w 19"/>
                <a:gd name="T1" fmla="*/ 0 h 20"/>
                <a:gd name="T2" fmla="*/ 0 w 19"/>
                <a:gd name="T3" fmla="*/ 14 h 20"/>
                <a:gd name="T4" fmla="*/ 14 w 19"/>
                <a:gd name="T5" fmla="*/ 20 h 20"/>
                <a:gd name="T6" fmla="*/ 19 w 19"/>
                <a:gd name="T7" fmla="*/ 6 h 20"/>
                <a:gd name="T8" fmla="*/ 6 w 1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6" y="0"/>
                  </a:moveTo>
                  <a:lnTo>
                    <a:pt x="0" y="14"/>
                  </a:lnTo>
                  <a:lnTo>
                    <a:pt x="14" y="20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54" name="Freeform 554">
              <a:extLst>
                <a:ext uri="{FF2B5EF4-FFF2-40B4-BE49-F238E27FC236}">
                  <a16:creationId xmlns:a16="http://schemas.microsoft.com/office/drawing/2014/main" id="{706049D7-CF6D-0941-B3AA-03512C048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1271"/>
              <a:ext cx="10" cy="11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55" name="Freeform 555">
              <a:extLst>
                <a:ext uri="{FF2B5EF4-FFF2-40B4-BE49-F238E27FC236}">
                  <a16:creationId xmlns:a16="http://schemas.microsoft.com/office/drawing/2014/main" id="{A38B150A-3BBF-D149-BE30-E2C7DA6C5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" y="1278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56" name="Freeform 556">
              <a:extLst>
                <a:ext uri="{FF2B5EF4-FFF2-40B4-BE49-F238E27FC236}">
                  <a16:creationId xmlns:a16="http://schemas.microsoft.com/office/drawing/2014/main" id="{31294F94-0A36-384B-B533-EB7C8BEAB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1" y="1284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57" name="Freeform 557">
              <a:extLst>
                <a:ext uri="{FF2B5EF4-FFF2-40B4-BE49-F238E27FC236}">
                  <a16:creationId xmlns:a16="http://schemas.microsoft.com/office/drawing/2014/main" id="{A517CA02-F1D1-CC4F-B435-E97FC4CC9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" y="1290"/>
              <a:ext cx="11" cy="10"/>
            </a:xfrm>
            <a:custGeom>
              <a:avLst/>
              <a:gdLst>
                <a:gd name="T0" fmla="*/ 5 w 20"/>
                <a:gd name="T1" fmla="*/ 0 h 19"/>
                <a:gd name="T2" fmla="*/ 0 w 20"/>
                <a:gd name="T3" fmla="*/ 13 h 19"/>
                <a:gd name="T4" fmla="*/ 15 w 20"/>
                <a:gd name="T5" fmla="*/ 19 h 19"/>
                <a:gd name="T6" fmla="*/ 20 w 20"/>
                <a:gd name="T7" fmla="*/ 6 h 19"/>
                <a:gd name="T8" fmla="*/ 5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0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58" name="Freeform 558">
              <a:extLst>
                <a:ext uri="{FF2B5EF4-FFF2-40B4-BE49-F238E27FC236}">
                  <a16:creationId xmlns:a16="http://schemas.microsoft.com/office/drawing/2014/main" id="{63D3D381-9BCA-BE41-8C31-72AA05821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" y="1296"/>
              <a:ext cx="9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59" name="Freeform 559">
              <a:extLst>
                <a:ext uri="{FF2B5EF4-FFF2-40B4-BE49-F238E27FC236}">
                  <a16:creationId xmlns:a16="http://schemas.microsoft.com/office/drawing/2014/main" id="{5C12DACC-6E69-1642-96B6-E1A8B271B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3" y="1303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0" name="Freeform 560">
              <a:extLst>
                <a:ext uri="{FF2B5EF4-FFF2-40B4-BE49-F238E27FC236}">
                  <a16:creationId xmlns:a16="http://schemas.microsoft.com/office/drawing/2014/main" id="{537335ED-AE04-9A43-85A1-ABFC73771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6" y="1309"/>
              <a:ext cx="11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1" name="Freeform 561">
              <a:extLst>
                <a:ext uri="{FF2B5EF4-FFF2-40B4-BE49-F238E27FC236}">
                  <a16:creationId xmlns:a16="http://schemas.microsoft.com/office/drawing/2014/main" id="{24CDDD92-3919-324A-BDA8-2E4030E0D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0" y="1315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2" name="Freeform 562">
              <a:extLst>
                <a:ext uri="{FF2B5EF4-FFF2-40B4-BE49-F238E27FC236}">
                  <a16:creationId xmlns:a16="http://schemas.microsoft.com/office/drawing/2014/main" id="{ED49EBBF-078C-4847-B901-8FC840B6A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1322"/>
              <a:ext cx="10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6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6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3" name="Freeform 563">
              <a:extLst>
                <a:ext uri="{FF2B5EF4-FFF2-40B4-BE49-F238E27FC236}">
                  <a16:creationId xmlns:a16="http://schemas.microsoft.com/office/drawing/2014/main" id="{DB7A3249-2494-7C4C-B32C-906D28354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8" y="1328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4" name="Freeform 564">
              <a:extLst>
                <a:ext uri="{FF2B5EF4-FFF2-40B4-BE49-F238E27FC236}">
                  <a16:creationId xmlns:a16="http://schemas.microsoft.com/office/drawing/2014/main" id="{AC4D1974-045A-D14A-8929-017DDDA10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2" y="1334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5" name="Freeform 565">
              <a:extLst>
                <a:ext uri="{FF2B5EF4-FFF2-40B4-BE49-F238E27FC236}">
                  <a16:creationId xmlns:a16="http://schemas.microsoft.com/office/drawing/2014/main" id="{D096760C-1F20-2C4A-A781-83A61E027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1340"/>
              <a:ext cx="10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6" name="Freeform 566">
              <a:extLst>
                <a:ext uri="{FF2B5EF4-FFF2-40B4-BE49-F238E27FC236}">
                  <a16:creationId xmlns:a16="http://schemas.microsoft.com/office/drawing/2014/main" id="{69CB0272-C8B1-884D-B87B-C141E25AC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1347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7" name="Freeform 567">
              <a:extLst>
                <a:ext uri="{FF2B5EF4-FFF2-40B4-BE49-F238E27FC236}">
                  <a16:creationId xmlns:a16="http://schemas.microsoft.com/office/drawing/2014/main" id="{F36A5778-5FD1-8741-B539-B07EA9558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1352"/>
              <a:ext cx="11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8" name="Freeform 568">
              <a:extLst>
                <a:ext uri="{FF2B5EF4-FFF2-40B4-BE49-F238E27FC236}">
                  <a16:creationId xmlns:a16="http://schemas.microsoft.com/office/drawing/2014/main" id="{A8D03E61-B2C3-E449-958E-33B1409FC3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" y="1359"/>
              <a:ext cx="10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69" name="Freeform 569">
              <a:extLst>
                <a:ext uri="{FF2B5EF4-FFF2-40B4-BE49-F238E27FC236}">
                  <a16:creationId xmlns:a16="http://schemas.microsoft.com/office/drawing/2014/main" id="{5DEBBFED-6A4C-D348-A5C7-9CB788E8E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" y="1365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0" name="Freeform 570">
              <a:extLst>
                <a:ext uri="{FF2B5EF4-FFF2-40B4-BE49-F238E27FC236}">
                  <a16:creationId xmlns:a16="http://schemas.microsoft.com/office/drawing/2014/main" id="{EBEF87D4-5170-334C-BFAA-E6F71F2E4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1371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1" name="Freeform 571">
              <a:extLst>
                <a:ext uri="{FF2B5EF4-FFF2-40B4-BE49-F238E27FC236}">
                  <a16:creationId xmlns:a16="http://schemas.microsoft.com/office/drawing/2014/main" id="{0CD1B670-D8E3-954C-BA33-D8A329707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" y="1377"/>
              <a:ext cx="10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2" name="Freeform 572">
              <a:extLst>
                <a:ext uri="{FF2B5EF4-FFF2-40B4-BE49-F238E27FC236}">
                  <a16:creationId xmlns:a16="http://schemas.microsoft.com/office/drawing/2014/main" id="{96403EF7-678A-2341-9338-C5E24964F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" y="1384"/>
              <a:ext cx="10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3" name="Freeform 573">
              <a:extLst>
                <a:ext uri="{FF2B5EF4-FFF2-40B4-BE49-F238E27FC236}">
                  <a16:creationId xmlns:a16="http://schemas.microsoft.com/office/drawing/2014/main" id="{DA4D96E8-D3F6-C043-8BD7-E11D20E72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7" y="1389"/>
              <a:ext cx="9" cy="11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4" name="Freeform 574">
              <a:extLst>
                <a:ext uri="{FF2B5EF4-FFF2-40B4-BE49-F238E27FC236}">
                  <a16:creationId xmlns:a16="http://schemas.microsoft.com/office/drawing/2014/main" id="{4216F467-2DAA-B84C-9CDA-2BB1A582F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1396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5" name="Freeform 575">
              <a:extLst>
                <a:ext uri="{FF2B5EF4-FFF2-40B4-BE49-F238E27FC236}">
                  <a16:creationId xmlns:a16="http://schemas.microsoft.com/office/drawing/2014/main" id="{3D095A3C-4697-9D49-9CFE-CB6B472CE1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" y="1403"/>
              <a:ext cx="11" cy="9"/>
            </a:xfrm>
            <a:custGeom>
              <a:avLst/>
              <a:gdLst>
                <a:gd name="T0" fmla="*/ 5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5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5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6" name="Freeform 576">
              <a:extLst>
                <a:ext uri="{FF2B5EF4-FFF2-40B4-BE49-F238E27FC236}">
                  <a16:creationId xmlns:a16="http://schemas.microsoft.com/office/drawing/2014/main" id="{E0CACA94-D829-7440-9E36-83B3B0659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1408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7" name="Freeform 577">
              <a:extLst>
                <a:ext uri="{FF2B5EF4-FFF2-40B4-BE49-F238E27FC236}">
                  <a16:creationId xmlns:a16="http://schemas.microsoft.com/office/drawing/2014/main" id="{8741FA18-EA9F-F74F-A776-B6C878C93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1415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8" name="Freeform 578">
              <a:extLst>
                <a:ext uri="{FF2B5EF4-FFF2-40B4-BE49-F238E27FC236}">
                  <a16:creationId xmlns:a16="http://schemas.microsoft.com/office/drawing/2014/main" id="{53300AEE-3B49-FD44-B232-1C4A43E8D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1421"/>
              <a:ext cx="10" cy="9"/>
            </a:xfrm>
            <a:custGeom>
              <a:avLst/>
              <a:gdLst>
                <a:gd name="T0" fmla="*/ 6 w 20"/>
                <a:gd name="T1" fmla="*/ 0 h 19"/>
                <a:gd name="T2" fmla="*/ 0 w 20"/>
                <a:gd name="T3" fmla="*/ 13 h 19"/>
                <a:gd name="T4" fmla="*/ 14 w 20"/>
                <a:gd name="T5" fmla="*/ 19 h 19"/>
                <a:gd name="T6" fmla="*/ 20 w 20"/>
                <a:gd name="T7" fmla="*/ 5 h 19"/>
                <a:gd name="T8" fmla="*/ 6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20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9" name="Freeform 579">
              <a:extLst>
                <a:ext uri="{FF2B5EF4-FFF2-40B4-BE49-F238E27FC236}">
                  <a16:creationId xmlns:a16="http://schemas.microsoft.com/office/drawing/2014/main" id="{93177A49-FAFE-5A4A-A5D5-3CEADC420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" y="1427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0" name="Freeform 580">
              <a:extLst>
                <a:ext uri="{FF2B5EF4-FFF2-40B4-BE49-F238E27FC236}">
                  <a16:creationId xmlns:a16="http://schemas.microsoft.com/office/drawing/2014/main" id="{D92672D1-0224-8E4F-9FB8-4AE944B40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1433"/>
              <a:ext cx="10" cy="10"/>
            </a:xfrm>
            <a:custGeom>
              <a:avLst/>
              <a:gdLst>
                <a:gd name="T0" fmla="*/ 5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5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5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1" name="Freeform 581">
              <a:extLst>
                <a:ext uri="{FF2B5EF4-FFF2-40B4-BE49-F238E27FC236}">
                  <a16:creationId xmlns:a16="http://schemas.microsoft.com/office/drawing/2014/main" id="{57301817-FF06-4F47-A346-1EFB3A674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8" y="1440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2" name="Freeform 582">
              <a:extLst>
                <a:ext uri="{FF2B5EF4-FFF2-40B4-BE49-F238E27FC236}">
                  <a16:creationId xmlns:a16="http://schemas.microsoft.com/office/drawing/2014/main" id="{40B21C73-0955-844B-A665-B347EF31E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1" y="1446"/>
              <a:ext cx="11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3" name="Freeform 583">
              <a:extLst>
                <a:ext uri="{FF2B5EF4-FFF2-40B4-BE49-F238E27FC236}">
                  <a16:creationId xmlns:a16="http://schemas.microsoft.com/office/drawing/2014/main" id="{12730248-D01A-1B45-B397-719BAA1C8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6" y="1452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4" name="Freeform 584">
              <a:extLst>
                <a:ext uri="{FF2B5EF4-FFF2-40B4-BE49-F238E27FC236}">
                  <a16:creationId xmlns:a16="http://schemas.microsoft.com/office/drawing/2014/main" id="{99F06022-7C70-794F-A2C9-3A2BD6345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1458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5" name="Freeform 585">
              <a:extLst>
                <a:ext uri="{FF2B5EF4-FFF2-40B4-BE49-F238E27FC236}">
                  <a16:creationId xmlns:a16="http://schemas.microsoft.com/office/drawing/2014/main" id="{CC028F32-FF22-B041-A41E-7AF7E5488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3" y="1465"/>
              <a:ext cx="11" cy="9"/>
            </a:xfrm>
            <a:custGeom>
              <a:avLst/>
              <a:gdLst>
                <a:gd name="T0" fmla="*/ 5 w 20"/>
                <a:gd name="T1" fmla="*/ 0 h 19"/>
                <a:gd name="T2" fmla="*/ 0 w 20"/>
                <a:gd name="T3" fmla="*/ 13 h 19"/>
                <a:gd name="T4" fmla="*/ 15 w 20"/>
                <a:gd name="T5" fmla="*/ 19 h 19"/>
                <a:gd name="T6" fmla="*/ 20 w 20"/>
                <a:gd name="T7" fmla="*/ 6 h 19"/>
                <a:gd name="T8" fmla="*/ 5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0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6" name="Freeform 586">
              <a:extLst>
                <a:ext uri="{FF2B5EF4-FFF2-40B4-BE49-F238E27FC236}">
                  <a16:creationId xmlns:a16="http://schemas.microsoft.com/office/drawing/2014/main" id="{D6343B9F-04CF-7B41-95B1-F6BCDDE06F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1470"/>
              <a:ext cx="9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7" name="Freeform 587">
              <a:extLst>
                <a:ext uri="{FF2B5EF4-FFF2-40B4-BE49-F238E27FC236}">
                  <a16:creationId xmlns:a16="http://schemas.microsoft.com/office/drawing/2014/main" id="{DF26D360-D16F-6742-ACD2-5A12AD830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2" y="1477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8" name="Freeform 588">
              <a:extLst>
                <a:ext uri="{FF2B5EF4-FFF2-40B4-BE49-F238E27FC236}">
                  <a16:creationId xmlns:a16="http://schemas.microsoft.com/office/drawing/2014/main" id="{A3D69B8E-AB81-8C4C-9C93-7140BC14D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5" y="1483"/>
              <a:ext cx="10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89" name="Freeform 589">
              <a:extLst>
                <a:ext uri="{FF2B5EF4-FFF2-40B4-BE49-F238E27FC236}">
                  <a16:creationId xmlns:a16="http://schemas.microsoft.com/office/drawing/2014/main" id="{85D9D9B2-10EE-224E-9AFB-7B21E691E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9" y="1489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90" name="Freeform 590">
              <a:extLst>
                <a:ext uri="{FF2B5EF4-FFF2-40B4-BE49-F238E27FC236}">
                  <a16:creationId xmlns:a16="http://schemas.microsoft.com/office/drawing/2014/main" id="{BA8F2244-BF3E-CE48-A59A-1CDBBC12E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3" y="1496"/>
              <a:ext cx="10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6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6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91" name="Freeform 591">
              <a:extLst>
                <a:ext uri="{FF2B5EF4-FFF2-40B4-BE49-F238E27FC236}">
                  <a16:creationId xmlns:a16="http://schemas.microsoft.com/office/drawing/2014/main" id="{5C4013E6-401D-7E42-9304-5F10C89E4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" y="1502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92" name="Freeform 592">
              <a:extLst>
                <a:ext uri="{FF2B5EF4-FFF2-40B4-BE49-F238E27FC236}">
                  <a16:creationId xmlns:a16="http://schemas.microsoft.com/office/drawing/2014/main" id="{8561D8BA-CCF8-AB46-B074-48C60E475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1" y="1508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93" name="Freeform 593">
              <a:extLst>
                <a:ext uri="{FF2B5EF4-FFF2-40B4-BE49-F238E27FC236}">
                  <a16:creationId xmlns:a16="http://schemas.microsoft.com/office/drawing/2014/main" id="{77CDF955-A7E4-EC4F-A44F-5781A592B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" y="1514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94" name="Freeform 594">
              <a:extLst>
                <a:ext uri="{FF2B5EF4-FFF2-40B4-BE49-F238E27FC236}">
                  <a16:creationId xmlns:a16="http://schemas.microsoft.com/office/drawing/2014/main" id="{6ADF2D00-4923-8C4A-8A5E-D7188E657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" y="1521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95" name="Freeform 595">
              <a:extLst>
                <a:ext uri="{FF2B5EF4-FFF2-40B4-BE49-F238E27FC236}">
                  <a16:creationId xmlns:a16="http://schemas.microsoft.com/office/drawing/2014/main" id="{EEFD6BD9-144A-3E42-94D3-2F4E21662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1526"/>
              <a:ext cx="11" cy="11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7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96" name="Freeform 596">
              <a:extLst>
                <a:ext uri="{FF2B5EF4-FFF2-40B4-BE49-F238E27FC236}">
                  <a16:creationId xmlns:a16="http://schemas.microsoft.com/office/drawing/2014/main" id="{A6FF538C-BC26-1A43-A5A3-EDD516245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6" y="1533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97" name="Freeform 597">
              <a:extLst>
                <a:ext uri="{FF2B5EF4-FFF2-40B4-BE49-F238E27FC236}">
                  <a16:creationId xmlns:a16="http://schemas.microsoft.com/office/drawing/2014/main" id="{E18AA957-D330-F743-A48F-447A29F4B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1" y="1539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98" name="Freeform 598">
              <a:extLst>
                <a:ext uri="{FF2B5EF4-FFF2-40B4-BE49-F238E27FC236}">
                  <a16:creationId xmlns:a16="http://schemas.microsoft.com/office/drawing/2014/main" id="{33965BA0-513A-1546-A0E3-6ACC3C117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" y="1545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99" name="Freeform 599">
              <a:extLst>
                <a:ext uri="{FF2B5EF4-FFF2-40B4-BE49-F238E27FC236}">
                  <a16:creationId xmlns:a16="http://schemas.microsoft.com/office/drawing/2014/main" id="{A510E260-732A-1846-BAAF-C74E81F63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8" y="1551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0" name="Freeform 600">
              <a:extLst>
                <a:ext uri="{FF2B5EF4-FFF2-40B4-BE49-F238E27FC236}">
                  <a16:creationId xmlns:a16="http://schemas.microsoft.com/office/drawing/2014/main" id="{5E0AE30C-C84D-9A43-ADA3-4BB0B07D4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" y="1558"/>
              <a:ext cx="10" cy="9"/>
            </a:xfrm>
            <a:custGeom>
              <a:avLst/>
              <a:gdLst>
                <a:gd name="T0" fmla="*/ 6 w 21"/>
                <a:gd name="T1" fmla="*/ 0 h 20"/>
                <a:gd name="T2" fmla="*/ 0 w 21"/>
                <a:gd name="T3" fmla="*/ 14 h 20"/>
                <a:gd name="T4" fmla="*/ 15 w 21"/>
                <a:gd name="T5" fmla="*/ 20 h 20"/>
                <a:gd name="T6" fmla="*/ 21 w 21"/>
                <a:gd name="T7" fmla="*/ 6 h 20"/>
                <a:gd name="T8" fmla="*/ 6 w 21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0"/>
                <a:gd name="T17" fmla="*/ 21 w 21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0">
                  <a:moveTo>
                    <a:pt x="6" y="0"/>
                  </a:moveTo>
                  <a:lnTo>
                    <a:pt x="0" y="14"/>
                  </a:lnTo>
                  <a:lnTo>
                    <a:pt x="15" y="20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1" name="Freeform 601">
              <a:extLst>
                <a:ext uri="{FF2B5EF4-FFF2-40B4-BE49-F238E27FC236}">
                  <a16:creationId xmlns:a16="http://schemas.microsoft.com/office/drawing/2014/main" id="{DB628520-B899-9F45-B7DD-842F7D744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" y="1563"/>
              <a:ext cx="9" cy="11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2" name="Freeform 602">
              <a:extLst>
                <a:ext uri="{FF2B5EF4-FFF2-40B4-BE49-F238E27FC236}">
                  <a16:creationId xmlns:a16="http://schemas.microsoft.com/office/drawing/2014/main" id="{65CE856F-7D2A-174A-9BB1-3C55A7719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" y="1570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3" name="Freeform 603">
              <a:extLst>
                <a:ext uri="{FF2B5EF4-FFF2-40B4-BE49-F238E27FC236}">
                  <a16:creationId xmlns:a16="http://schemas.microsoft.com/office/drawing/2014/main" id="{3A9E3949-89C0-6B42-9FF1-AA8A15DA6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3" y="1577"/>
              <a:ext cx="10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4" name="Freeform 604">
              <a:extLst>
                <a:ext uri="{FF2B5EF4-FFF2-40B4-BE49-F238E27FC236}">
                  <a16:creationId xmlns:a16="http://schemas.microsoft.com/office/drawing/2014/main" id="{9C1BB9AC-A8F3-2041-B674-034C991AC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8" y="1582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5" name="Freeform 605">
              <a:extLst>
                <a:ext uri="{FF2B5EF4-FFF2-40B4-BE49-F238E27FC236}">
                  <a16:creationId xmlns:a16="http://schemas.microsoft.com/office/drawing/2014/main" id="{CFFB1888-6D5D-A648-96F6-78B592E21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1" y="1589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6" name="Freeform 606">
              <a:extLst>
                <a:ext uri="{FF2B5EF4-FFF2-40B4-BE49-F238E27FC236}">
                  <a16:creationId xmlns:a16="http://schemas.microsoft.com/office/drawing/2014/main" id="{1E8B0B7D-850D-B74B-A8C1-A928F3A96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5" y="1595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7" name="Freeform 607">
              <a:extLst>
                <a:ext uri="{FF2B5EF4-FFF2-40B4-BE49-F238E27FC236}">
                  <a16:creationId xmlns:a16="http://schemas.microsoft.com/office/drawing/2014/main" id="{58898CBE-5D10-1B45-B6A4-84F0F061A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0" y="1601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8" name="Freeform 608">
              <a:extLst>
                <a:ext uri="{FF2B5EF4-FFF2-40B4-BE49-F238E27FC236}">
                  <a16:creationId xmlns:a16="http://schemas.microsoft.com/office/drawing/2014/main" id="{CD3418B4-90B6-FC4D-8940-460A8CF47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3" y="1607"/>
              <a:ext cx="9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09" name="Freeform 609">
              <a:extLst>
                <a:ext uri="{FF2B5EF4-FFF2-40B4-BE49-F238E27FC236}">
                  <a16:creationId xmlns:a16="http://schemas.microsoft.com/office/drawing/2014/main" id="{C15CDCE3-E7A2-5E47-829A-3CC809357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7" y="1614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10" name="Freeform 610">
              <a:extLst>
                <a:ext uri="{FF2B5EF4-FFF2-40B4-BE49-F238E27FC236}">
                  <a16:creationId xmlns:a16="http://schemas.microsoft.com/office/drawing/2014/main" id="{8A5D03D7-EBF6-6F46-9412-1B87D04EA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0" y="1620"/>
              <a:ext cx="11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11" name="Freeform 611">
              <a:extLst>
                <a:ext uri="{FF2B5EF4-FFF2-40B4-BE49-F238E27FC236}">
                  <a16:creationId xmlns:a16="http://schemas.microsoft.com/office/drawing/2014/main" id="{4F3990E6-3DC7-1047-B95E-072F61C9B2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5" y="1626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12" name="Freeform 612">
              <a:extLst>
                <a:ext uri="{FF2B5EF4-FFF2-40B4-BE49-F238E27FC236}">
                  <a16:creationId xmlns:a16="http://schemas.microsoft.com/office/drawing/2014/main" id="{61125CF9-336B-7E49-8652-0BA6622F3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" y="1632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13" name="Freeform 613">
              <a:extLst>
                <a:ext uri="{FF2B5EF4-FFF2-40B4-BE49-F238E27FC236}">
                  <a16:creationId xmlns:a16="http://schemas.microsoft.com/office/drawing/2014/main" id="{22A946AA-A229-2145-808B-50A971EC4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" y="1639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6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6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14" name="Freeform 614">
              <a:extLst>
                <a:ext uri="{FF2B5EF4-FFF2-40B4-BE49-F238E27FC236}">
                  <a16:creationId xmlns:a16="http://schemas.microsoft.com/office/drawing/2014/main" id="{B5E3B2D4-6BF1-6A43-9609-0402706BA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7" y="1644"/>
              <a:ext cx="9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15" name="Freeform 615">
              <a:extLst>
                <a:ext uri="{FF2B5EF4-FFF2-40B4-BE49-F238E27FC236}">
                  <a16:creationId xmlns:a16="http://schemas.microsoft.com/office/drawing/2014/main" id="{D98BD99B-DB82-BB46-8750-E13CA81EF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" y="1651"/>
              <a:ext cx="10" cy="9"/>
            </a:xfrm>
            <a:custGeom>
              <a:avLst/>
              <a:gdLst>
                <a:gd name="T0" fmla="*/ 5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5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16" name="Freeform 616">
              <a:extLst>
                <a:ext uri="{FF2B5EF4-FFF2-40B4-BE49-F238E27FC236}">
                  <a16:creationId xmlns:a16="http://schemas.microsoft.com/office/drawing/2014/main" id="{592FC3DB-F8F9-DA4B-A22A-37FC8D655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4" y="1658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17" name="Freeform 617">
              <a:extLst>
                <a:ext uri="{FF2B5EF4-FFF2-40B4-BE49-F238E27FC236}">
                  <a16:creationId xmlns:a16="http://schemas.microsoft.com/office/drawing/2014/main" id="{82719802-0DA0-B548-AB52-6BFCC86DA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8" y="1663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18" name="Freeform 618">
              <a:extLst>
                <a:ext uri="{FF2B5EF4-FFF2-40B4-BE49-F238E27FC236}">
                  <a16:creationId xmlns:a16="http://schemas.microsoft.com/office/drawing/2014/main" id="{A152449E-8A9F-084C-8031-38BCF993E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2" y="1670"/>
              <a:ext cx="10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6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6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19" name="Freeform 619">
              <a:extLst>
                <a:ext uri="{FF2B5EF4-FFF2-40B4-BE49-F238E27FC236}">
                  <a16:creationId xmlns:a16="http://schemas.microsoft.com/office/drawing/2014/main" id="{D8A9F386-C564-1544-A626-46D512868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6" y="1676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0" name="Freeform 620">
              <a:extLst>
                <a:ext uri="{FF2B5EF4-FFF2-40B4-BE49-F238E27FC236}">
                  <a16:creationId xmlns:a16="http://schemas.microsoft.com/office/drawing/2014/main" id="{E7047CEF-4AC1-3A44-B549-F4966A2A7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9" y="1682"/>
              <a:ext cx="11" cy="10"/>
            </a:xfrm>
            <a:custGeom>
              <a:avLst/>
              <a:gdLst>
                <a:gd name="T0" fmla="*/ 5 w 20"/>
                <a:gd name="T1" fmla="*/ 0 h 19"/>
                <a:gd name="T2" fmla="*/ 0 w 20"/>
                <a:gd name="T3" fmla="*/ 13 h 19"/>
                <a:gd name="T4" fmla="*/ 15 w 20"/>
                <a:gd name="T5" fmla="*/ 19 h 19"/>
                <a:gd name="T6" fmla="*/ 20 w 20"/>
                <a:gd name="T7" fmla="*/ 5 h 19"/>
                <a:gd name="T8" fmla="*/ 5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1" name="Freeform 621">
              <a:extLst>
                <a:ext uri="{FF2B5EF4-FFF2-40B4-BE49-F238E27FC236}">
                  <a16:creationId xmlns:a16="http://schemas.microsoft.com/office/drawing/2014/main" id="{10CEFE20-C77A-CA44-A830-B24F47CD47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4" y="1688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2" name="Freeform 622">
              <a:extLst>
                <a:ext uri="{FF2B5EF4-FFF2-40B4-BE49-F238E27FC236}">
                  <a16:creationId xmlns:a16="http://schemas.microsoft.com/office/drawing/2014/main" id="{DDB0BAE9-9D77-7142-BC2C-A50F09073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8" y="1695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3" name="Freeform 623">
              <a:extLst>
                <a:ext uri="{FF2B5EF4-FFF2-40B4-BE49-F238E27FC236}">
                  <a16:creationId xmlns:a16="http://schemas.microsoft.com/office/drawing/2014/main" id="{C6207B6F-AD6B-024F-86E8-11F9E80CE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1" y="1700"/>
              <a:ext cx="11" cy="11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7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4" name="Freeform 624">
              <a:extLst>
                <a:ext uri="{FF2B5EF4-FFF2-40B4-BE49-F238E27FC236}">
                  <a16:creationId xmlns:a16="http://schemas.microsoft.com/office/drawing/2014/main" id="{0494B6BB-218D-3843-935E-B7C432466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5" y="1707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5" name="Freeform 625">
              <a:extLst>
                <a:ext uri="{FF2B5EF4-FFF2-40B4-BE49-F238E27FC236}">
                  <a16:creationId xmlns:a16="http://schemas.microsoft.com/office/drawing/2014/main" id="{526B142E-EAFB-5840-8D1C-585AD6B8F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" y="1713"/>
              <a:ext cx="10" cy="10"/>
            </a:xfrm>
            <a:custGeom>
              <a:avLst/>
              <a:gdLst>
                <a:gd name="T0" fmla="*/ 6 w 21"/>
                <a:gd name="T1" fmla="*/ 0 h 20"/>
                <a:gd name="T2" fmla="*/ 0 w 21"/>
                <a:gd name="T3" fmla="*/ 13 h 20"/>
                <a:gd name="T4" fmla="*/ 16 w 21"/>
                <a:gd name="T5" fmla="*/ 20 h 20"/>
                <a:gd name="T6" fmla="*/ 21 w 21"/>
                <a:gd name="T7" fmla="*/ 7 h 20"/>
                <a:gd name="T8" fmla="*/ 6 w 21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0"/>
                <a:gd name="T17" fmla="*/ 21 w 21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0">
                  <a:moveTo>
                    <a:pt x="6" y="0"/>
                  </a:moveTo>
                  <a:lnTo>
                    <a:pt x="0" y="13"/>
                  </a:lnTo>
                  <a:lnTo>
                    <a:pt x="16" y="20"/>
                  </a:lnTo>
                  <a:lnTo>
                    <a:pt x="21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6" name="Freeform 626">
              <a:extLst>
                <a:ext uri="{FF2B5EF4-FFF2-40B4-BE49-F238E27FC236}">
                  <a16:creationId xmlns:a16="http://schemas.microsoft.com/office/drawing/2014/main" id="{1ACD39E1-966C-BD49-BE96-9C7A72820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3" y="1719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7" name="Freeform 627">
              <a:extLst>
                <a:ext uri="{FF2B5EF4-FFF2-40B4-BE49-F238E27FC236}">
                  <a16:creationId xmlns:a16="http://schemas.microsoft.com/office/drawing/2014/main" id="{86E05576-631B-D746-9C7C-449BE8F08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7" y="1725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8" name="Freeform 628">
              <a:extLst>
                <a:ext uri="{FF2B5EF4-FFF2-40B4-BE49-F238E27FC236}">
                  <a16:creationId xmlns:a16="http://schemas.microsoft.com/office/drawing/2014/main" id="{A53E8068-9F04-F848-B2FE-D748F7256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1" y="1732"/>
              <a:ext cx="10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9" name="Freeform 629">
              <a:extLst>
                <a:ext uri="{FF2B5EF4-FFF2-40B4-BE49-F238E27FC236}">
                  <a16:creationId xmlns:a16="http://schemas.microsoft.com/office/drawing/2014/main" id="{2275D000-7B47-A14E-9514-0833600A4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5" y="1738"/>
              <a:ext cx="9" cy="10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30" name="Freeform 630">
              <a:extLst>
                <a:ext uri="{FF2B5EF4-FFF2-40B4-BE49-F238E27FC236}">
                  <a16:creationId xmlns:a16="http://schemas.microsoft.com/office/drawing/2014/main" id="{AD68C831-1399-B940-AF03-1C4A39490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" y="1744"/>
              <a:ext cx="11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31" name="Freeform 631">
              <a:extLst>
                <a:ext uri="{FF2B5EF4-FFF2-40B4-BE49-F238E27FC236}">
                  <a16:creationId xmlns:a16="http://schemas.microsoft.com/office/drawing/2014/main" id="{37BD6051-AE0B-A441-9A7F-6528DB736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" y="1751"/>
              <a:ext cx="10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32" name="Freeform 632">
              <a:extLst>
                <a:ext uri="{FF2B5EF4-FFF2-40B4-BE49-F238E27FC236}">
                  <a16:creationId xmlns:a16="http://schemas.microsoft.com/office/drawing/2014/main" id="{87989C13-2234-3744-9038-D6B5B13CB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7" y="1757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33" name="Freeform 633">
              <a:extLst>
                <a:ext uri="{FF2B5EF4-FFF2-40B4-BE49-F238E27FC236}">
                  <a16:creationId xmlns:a16="http://schemas.microsoft.com/office/drawing/2014/main" id="{5396C7EF-BEEE-EE43-BAB4-ED219FCF9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0" y="1763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34" name="Freeform 634">
              <a:extLst>
                <a:ext uri="{FF2B5EF4-FFF2-40B4-BE49-F238E27FC236}">
                  <a16:creationId xmlns:a16="http://schemas.microsoft.com/office/drawing/2014/main" id="{87E87507-C772-6741-AD65-F51E17A64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" y="1769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35" name="Freeform 635">
              <a:extLst>
                <a:ext uri="{FF2B5EF4-FFF2-40B4-BE49-F238E27FC236}">
                  <a16:creationId xmlns:a16="http://schemas.microsoft.com/office/drawing/2014/main" id="{B6696801-7C3A-744E-8E2F-38FD4726B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8" y="1776"/>
              <a:ext cx="10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36" name="Freeform 636">
              <a:extLst>
                <a:ext uri="{FF2B5EF4-FFF2-40B4-BE49-F238E27FC236}">
                  <a16:creationId xmlns:a16="http://schemas.microsoft.com/office/drawing/2014/main" id="{6CF51752-D0F2-DD46-BF1B-155676D157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" y="1781"/>
              <a:ext cx="9" cy="11"/>
            </a:xfrm>
            <a:custGeom>
              <a:avLst/>
              <a:gdLst>
                <a:gd name="T0" fmla="*/ 5 w 19"/>
                <a:gd name="T1" fmla="*/ 0 h 20"/>
                <a:gd name="T2" fmla="*/ 0 w 19"/>
                <a:gd name="T3" fmla="*/ 13 h 20"/>
                <a:gd name="T4" fmla="*/ 13 w 19"/>
                <a:gd name="T5" fmla="*/ 20 h 20"/>
                <a:gd name="T6" fmla="*/ 19 w 19"/>
                <a:gd name="T7" fmla="*/ 7 h 20"/>
                <a:gd name="T8" fmla="*/ 5 w 1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5" y="0"/>
                  </a:moveTo>
                  <a:lnTo>
                    <a:pt x="0" y="13"/>
                  </a:lnTo>
                  <a:lnTo>
                    <a:pt x="13" y="20"/>
                  </a:lnTo>
                  <a:lnTo>
                    <a:pt x="19" y="7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37" name="Freeform 637">
              <a:extLst>
                <a:ext uri="{FF2B5EF4-FFF2-40B4-BE49-F238E27FC236}">
                  <a16:creationId xmlns:a16="http://schemas.microsoft.com/office/drawing/2014/main" id="{B7F27033-D665-EC41-84DC-E1351F817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6" y="1788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38" name="Freeform 638">
              <a:extLst>
                <a:ext uri="{FF2B5EF4-FFF2-40B4-BE49-F238E27FC236}">
                  <a16:creationId xmlns:a16="http://schemas.microsoft.com/office/drawing/2014/main" id="{6A228E4C-E6EF-0B4D-9B7A-C4F194D61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9" y="1794"/>
              <a:ext cx="11" cy="10"/>
            </a:xfrm>
            <a:custGeom>
              <a:avLst/>
              <a:gdLst>
                <a:gd name="T0" fmla="*/ 5 w 21"/>
                <a:gd name="T1" fmla="*/ 0 h 21"/>
                <a:gd name="T2" fmla="*/ 0 w 21"/>
                <a:gd name="T3" fmla="*/ 14 h 21"/>
                <a:gd name="T4" fmla="*/ 15 w 21"/>
                <a:gd name="T5" fmla="*/ 21 h 21"/>
                <a:gd name="T6" fmla="*/ 21 w 21"/>
                <a:gd name="T7" fmla="*/ 8 h 21"/>
                <a:gd name="T8" fmla="*/ 5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5" y="0"/>
                  </a:moveTo>
                  <a:lnTo>
                    <a:pt x="0" y="14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39" name="Freeform 639">
              <a:extLst>
                <a:ext uri="{FF2B5EF4-FFF2-40B4-BE49-F238E27FC236}">
                  <a16:creationId xmlns:a16="http://schemas.microsoft.com/office/drawing/2014/main" id="{69EC5B46-B951-3E4D-A88E-AC64B16F9A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4" y="1800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0" name="Freeform 640">
              <a:extLst>
                <a:ext uri="{FF2B5EF4-FFF2-40B4-BE49-F238E27FC236}">
                  <a16:creationId xmlns:a16="http://schemas.microsoft.com/office/drawing/2014/main" id="{FC5F8DF6-12C3-6F41-A6DB-363CEE719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8" y="1806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1" name="Freeform 641">
              <a:extLst>
                <a:ext uri="{FF2B5EF4-FFF2-40B4-BE49-F238E27FC236}">
                  <a16:creationId xmlns:a16="http://schemas.microsoft.com/office/drawing/2014/main" id="{6EC65DC4-518C-2D4E-BD25-75C85E61A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1" y="1813"/>
              <a:ext cx="10" cy="9"/>
            </a:xfrm>
            <a:custGeom>
              <a:avLst/>
              <a:gdLst>
                <a:gd name="T0" fmla="*/ 6 w 20"/>
                <a:gd name="T1" fmla="*/ 0 h 19"/>
                <a:gd name="T2" fmla="*/ 0 w 20"/>
                <a:gd name="T3" fmla="*/ 14 h 19"/>
                <a:gd name="T4" fmla="*/ 14 w 20"/>
                <a:gd name="T5" fmla="*/ 19 h 19"/>
                <a:gd name="T6" fmla="*/ 20 w 20"/>
                <a:gd name="T7" fmla="*/ 6 h 19"/>
                <a:gd name="T8" fmla="*/ 6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20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2" name="Freeform 642">
              <a:extLst>
                <a:ext uri="{FF2B5EF4-FFF2-40B4-BE49-F238E27FC236}">
                  <a16:creationId xmlns:a16="http://schemas.microsoft.com/office/drawing/2014/main" id="{B00B88A5-606C-9945-8DF6-6DA5131D7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6" y="1818"/>
              <a:ext cx="9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3" name="Freeform 643">
              <a:extLst>
                <a:ext uri="{FF2B5EF4-FFF2-40B4-BE49-F238E27FC236}">
                  <a16:creationId xmlns:a16="http://schemas.microsoft.com/office/drawing/2014/main" id="{52CE8473-C0A6-3141-BD60-C13989D5B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9" y="1825"/>
              <a:ext cx="10" cy="10"/>
            </a:xfrm>
            <a:custGeom>
              <a:avLst/>
              <a:gdLst>
                <a:gd name="T0" fmla="*/ 5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5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4" name="Freeform 644">
              <a:extLst>
                <a:ext uri="{FF2B5EF4-FFF2-40B4-BE49-F238E27FC236}">
                  <a16:creationId xmlns:a16="http://schemas.microsoft.com/office/drawing/2014/main" id="{D76D60E9-BF9F-1C48-A9C9-DCB8FA6E2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3" y="1832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5" name="Freeform 645">
              <a:extLst>
                <a:ext uri="{FF2B5EF4-FFF2-40B4-BE49-F238E27FC236}">
                  <a16:creationId xmlns:a16="http://schemas.microsoft.com/office/drawing/2014/main" id="{A8F7E492-812F-524E-8E9F-0BBA1C0D9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7" y="1837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6" name="Freeform 646">
              <a:extLst>
                <a:ext uri="{FF2B5EF4-FFF2-40B4-BE49-F238E27FC236}">
                  <a16:creationId xmlns:a16="http://schemas.microsoft.com/office/drawing/2014/main" id="{F9AC6FB1-5CB7-CC46-93D0-11E336BC9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1" y="1844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7" name="Freeform 647">
              <a:extLst>
                <a:ext uri="{FF2B5EF4-FFF2-40B4-BE49-F238E27FC236}">
                  <a16:creationId xmlns:a16="http://schemas.microsoft.com/office/drawing/2014/main" id="{0C97E20C-6264-DE42-B06B-4DFBE20C1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5" y="1850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8" name="Freeform 648">
              <a:extLst>
                <a:ext uri="{FF2B5EF4-FFF2-40B4-BE49-F238E27FC236}">
                  <a16:creationId xmlns:a16="http://schemas.microsoft.com/office/drawing/2014/main" id="{4314A92B-BAC7-C84F-A30F-5A8F904DC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8" y="1856"/>
              <a:ext cx="11" cy="10"/>
            </a:xfrm>
            <a:custGeom>
              <a:avLst/>
              <a:gdLst>
                <a:gd name="T0" fmla="*/ 5 w 20"/>
                <a:gd name="T1" fmla="*/ 0 h 19"/>
                <a:gd name="T2" fmla="*/ 0 w 20"/>
                <a:gd name="T3" fmla="*/ 13 h 19"/>
                <a:gd name="T4" fmla="*/ 15 w 20"/>
                <a:gd name="T5" fmla="*/ 19 h 19"/>
                <a:gd name="T6" fmla="*/ 20 w 20"/>
                <a:gd name="T7" fmla="*/ 5 h 19"/>
                <a:gd name="T8" fmla="*/ 5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49" name="Freeform 649">
              <a:extLst>
                <a:ext uri="{FF2B5EF4-FFF2-40B4-BE49-F238E27FC236}">
                  <a16:creationId xmlns:a16="http://schemas.microsoft.com/office/drawing/2014/main" id="{44EDA699-8368-DC43-9606-9F32357CB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3" y="1862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50" name="Freeform 650">
              <a:extLst>
                <a:ext uri="{FF2B5EF4-FFF2-40B4-BE49-F238E27FC236}">
                  <a16:creationId xmlns:a16="http://schemas.microsoft.com/office/drawing/2014/main" id="{5950F6B8-4790-BE44-A3CC-80698FCAF6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7" y="1869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51" name="Freeform 651">
              <a:extLst>
                <a:ext uri="{FF2B5EF4-FFF2-40B4-BE49-F238E27FC236}">
                  <a16:creationId xmlns:a16="http://schemas.microsoft.com/office/drawing/2014/main" id="{F113DA3F-6ABF-1841-887D-32D1D3446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0" y="1874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52" name="Freeform 652">
              <a:extLst>
                <a:ext uri="{FF2B5EF4-FFF2-40B4-BE49-F238E27FC236}">
                  <a16:creationId xmlns:a16="http://schemas.microsoft.com/office/drawing/2014/main" id="{182908DA-5644-8945-BD89-016FD9457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4" y="1881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53" name="Freeform 653">
              <a:extLst>
                <a:ext uri="{FF2B5EF4-FFF2-40B4-BE49-F238E27FC236}">
                  <a16:creationId xmlns:a16="http://schemas.microsoft.com/office/drawing/2014/main" id="{CA052B45-3AEC-CF41-85CD-D00B9AFD2F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" y="1887"/>
              <a:ext cx="10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3 h 21"/>
                <a:gd name="T4" fmla="*/ 16 w 21"/>
                <a:gd name="T5" fmla="*/ 21 h 21"/>
                <a:gd name="T6" fmla="*/ 21 w 21"/>
                <a:gd name="T7" fmla="*/ 7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3"/>
                  </a:lnTo>
                  <a:lnTo>
                    <a:pt x="16" y="21"/>
                  </a:lnTo>
                  <a:lnTo>
                    <a:pt x="21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54" name="Freeform 654">
              <a:extLst>
                <a:ext uri="{FF2B5EF4-FFF2-40B4-BE49-F238E27FC236}">
                  <a16:creationId xmlns:a16="http://schemas.microsoft.com/office/drawing/2014/main" id="{88F2F469-E83A-6643-9FE0-B5CF4B63F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2" y="1893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55" name="Freeform 655">
              <a:extLst>
                <a:ext uri="{FF2B5EF4-FFF2-40B4-BE49-F238E27FC236}">
                  <a16:creationId xmlns:a16="http://schemas.microsoft.com/office/drawing/2014/main" id="{09B730EA-E581-1141-8D9C-2006C0DD0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6" y="1899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56" name="Freeform 656">
              <a:extLst>
                <a:ext uri="{FF2B5EF4-FFF2-40B4-BE49-F238E27FC236}">
                  <a16:creationId xmlns:a16="http://schemas.microsoft.com/office/drawing/2014/main" id="{9F11904F-D0C8-2E41-9D98-32FCD21F7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0" y="1906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57" name="Freeform 657">
              <a:extLst>
                <a:ext uri="{FF2B5EF4-FFF2-40B4-BE49-F238E27FC236}">
                  <a16:creationId xmlns:a16="http://schemas.microsoft.com/office/drawing/2014/main" id="{C95623F0-7EB2-F848-B2E7-DB72F50230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4" y="1913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58" name="Freeform 658">
              <a:extLst>
                <a:ext uri="{FF2B5EF4-FFF2-40B4-BE49-F238E27FC236}">
                  <a16:creationId xmlns:a16="http://schemas.microsoft.com/office/drawing/2014/main" id="{079C6187-8975-384C-9381-44FFAA5D1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7" y="1918"/>
              <a:ext cx="11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59" name="Freeform 659">
              <a:extLst>
                <a:ext uri="{FF2B5EF4-FFF2-40B4-BE49-F238E27FC236}">
                  <a16:creationId xmlns:a16="http://schemas.microsoft.com/office/drawing/2014/main" id="{5A9BAE0C-94B0-F448-99C5-38141985B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1" y="1925"/>
              <a:ext cx="10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0" name="Freeform 660">
              <a:extLst>
                <a:ext uri="{FF2B5EF4-FFF2-40B4-BE49-F238E27FC236}">
                  <a16:creationId xmlns:a16="http://schemas.microsoft.com/office/drawing/2014/main" id="{AAFCB058-72B2-5E4D-AA2C-17FCBA8D5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6" y="1931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1" name="Freeform 661">
              <a:extLst>
                <a:ext uri="{FF2B5EF4-FFF2-40B4-BE49-F238E27FC236}">
                  <a16:creationId xmlns:a16="http://schemas.microsoft.com/office/drawing/2014/main" id="{0DB87905-59FD-3041-BD24-BB1BCCB2B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9" y="1937"/>
              <a:ext cx="9" cy="10"/>
            </a:xfrm>
            <a:custGeom>
              <a:avLst/>
              <a:gdLst>
                <a:gd name="T0" fmla="*/ 6 w 19"/>
                <a:gd name="T1" fmla="*/ 0 h 20"/>
                <a:gd name="T2" fmla="*/ 0 w 19"/>
                <a:gd name="T3" fmla="*/ 14 h 20"/>
                <a:gd name="T4" fmla="*/ 13 w 19"/>
                <a:gd name="T5" fmla="*/ 20 h 20"/>
                <a:gd name="T6" fmla="*/ 19 w 19"/>
                <a:gd name="T7" fmla="*/ 6 h 20"/>
                <a:gd name="T8" fmla="*/ 6 w 1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6" y="0"/>
                  </a:moveTo>
                  <a:lnTo>
                    <a:pt x="0" y="14"/>
                  </a:lnTo>
                  <a:lnTo>
                    <a:pt x="13" y="20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2" name="Freeform 662">
              <a:extLst>
                <a:ext uri="{FF2B5EF4-FFF2-40B4-BE49-F238E27FC236}">
                  <a16:creationId xmlns:a16="http://schemas.microsoft.com/office/drawing/2014/main" id="{D88015C3-60AB-F14F-AC0E-E77762C71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3" y="1943"/>
              <a:ext cx="4" cy="8"/>
            </a:xfrm>
            <a:custGeom>
              <a:avLst/>
              <a:gdLst>
                <a:gd name="T0" fmla="*/ 6 w 8"/>
                <a:gd name="T1" fmla="*/ 0 h 15"/>
                <a:gd name="T2" fmla="*/ 0 w 8"/>
                <a:gd name="T3" fmla="*/ 13 h 15"/>
                <a:gd name="T4" fmla="*/ 2 w 8"/>
                <a:gd name="T5" fmla="*/ 15 h 15"/>
                <a:gd name="T6" fmla="*/ 8 w 8"/>
                <a:gd name="T7" fmla="*/ 2 h 15"/>
                <a:gd name="T8" fmla="*/ 6 w 8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15"/>
                <a:gd name="T17" fmla="*/ 8 w 8"/>
                <a:gd name="T18" fmla="*/ 15 h 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15">
                  <a:moveTo>
                    <a:pt x="6" y="0"/>
                  </a:moveTo>
                  <a:lnTo>
                    <a:pt x="0" y="13"/>
                  </a:lnTo>
                  <a:lnTo>
                    <a:pt x="2" y="15"/>
                  </a:lnTo>
                  <a:lnTo>
                    <a:pt x="8" y="2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663" name="Group 663">
            <a:extLst>
              <a:ext uri="{FF2B5EF4-FFF2-40B4-BE49-F238E27FC236}">
                <a16:creationId xmlns:a16="http://schemas.microsoft.com/office/drawing/2014/main" id="{F1DA8F27-421B-914F-BBAB-670B6796CCE9}"/>
              </a:ext>
            </a:extLst>
          </p:cNvPr>
          <p:cNvGrpSpPr>
            <a:grpSpLocks/>
          </p:cNvGrpSpPr>
          <p:nvPr/>
        </p:nvGrpSpPr>
        <p:grpSpPr bwMode="auto">
          <a:xfrm>
            <a:off x="3254624" y="1178719"/>
            <a:ext cx="2836862" cy="1274762"/>
            <a:chOff x="2097" y="1148"/>
            <a:chExt cx="1787" cy="803"/>
          </a:xfrm>
        </p:grpSpPr>
        <p:sp>
          <p:nvSpPr>
            <p:cNvPr id="664" name="Freeform 664">
              <a:extLst>
                <a:ext uri="{FF2B5EF4-FFF2-40B4-BE49-F238E27FC236}">
                  <a16:creationId xmlns:a16="http://schemas.microsoft.com/office/drawing/2014/main" id="{8DFC84AA-146F-D149-8B83-B2CD8D7B0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1148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5" name="Freeform 665">
              <a:extLst>
                <a:ext uri="{FF2B5EF4-FFF2-40B4-BE49-F238E27FC236}">
                  <a16:creationId xmlns:a16="http://schemas.microsoft.com/office/drawing/2014/main" id="{5FF1AE29-D625-D348-9AE7-5D832575B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0" y="1154"/>
              <a:ext cx="10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6" name="Freeform 666">
              <a:extLst>
                <a:ext uri="{FF2B5EF4-FFF2-40B4-BE49-F238E27FC236}">
                  <a16:creationId xmlns:a16="http://schemas.microsoft.com/office/drawing/2014/main" id="{35D6FA92-BDCB-DB45-8A08-FBC7B03E4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" y="1160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7" name="Freeform 667">
              <a:extLst>
                <a:ext uri="{FF2B5EF4-FFF2-40B4-BE49-F238E27FC236}">
                  <a16:creationId xmlns:a16="http://schemas.microsoft.com/office/drawing/2014/main" id="{AAC26E8A-1869-4B44-B14A-F1FB61592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8" y="1166"/>
              <a:ext cx="10" cy="9"/>
            </a:xfrm>
            <a:custGeom>
              <a:avLst/>
              <a:gdLst>
                <a:gd name="T0" fmla="*/ 5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5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8" name="Freeform 668">
              <a:extLst>
                <a:ext uri="{FF2B5EF4-FFF2-40B4-BE49-F238E27FC236}">
                  <a16:creationId xmlns:a16="http://schemas.microsoft.com/office/drawing/2014/main" id="{12B9F29E-A5F9-E343-BB2D-3BB1C3E82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2" y="1173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69" name="Freeform 669">
              <a:extLst>
                <a:ext uri="{FF2B5EF4-FFF2-40B4-BE49-F238E27FC236}">
                  <a16:creationId xmlns:a16="http://schemas.microsoft.com/office/drawing/2014/main" id="{829CF397-9B75-1D4E-BA55-5B6C9228C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6" y="1178"/>
              <a:ext cx="10" cy="10"/>
            </a:xfrm>
            <a:custGeom>
              <a:avLst/>
              <a:gdLst>
                <a:gd name="T0" fmla="*/ 6 w 19"/>
                <a:gd name="T1" fmla="*/ 0 h 20"/>
                <a:gd name="T2" fmla="*/ 0 w 19"/>
                <a:gd name="T3" fmla="*/ 14 h 20"/>
                <a:gd name="T4" fmla="*/ 13 w 19"/>
                <a:gd name="T5" fmla="*/ 20 h 20"/>
                <a:gd name="T6" fmla="*/ 19 w 19"/>
                <a:gd name="T7" fmla="*/ 6 h 20"/>
                <a:gd name="T8" fmla="*/ 6 w 1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6" y="0"/>
                  </a:moveTo>
                  <a:lnTo>
                    <a:pt x="0" y="14"/>
                  </a:lnTo>
                  <a:lnTo>
                    <a:pt x="13" y="20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70" name="Freeform 670">
              <a:extLst>
                <a:ext uri="{FF2B5EF4-FFF2-40B4-BE49-F238E27FC236}">
                  <a16:creationId xmlns:a16="http://schemas.microsoft.com/office/drawing/2014/main" id="{2B60573F-3C66-D04C-9CDE-3E9683A24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0" y="1185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71" name="Freeform 671">
              <a:extLst>
                <a:ext uri="{FF2B5EF4-FFF2-40B4-BE49-F238E27FC236}">
                  <a16:creationId xmlns:a16="http://schemas.microsoft.com/office/drawing/2014/main" id="{399A5AFD-C125-B941-8BA6-8CA78C461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4" y="1191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72" name="Freeform 672">
              <a:extLst>
                <a:ext uri="{FF2B5EF4-FFF2-40B4-BE49-F238E27FC236}">
                  <a16:creationId xmlns:a16="http://schemas.microsoft.com/office/drawing/2014/main" id="{BCB4A3AD-768B-EC48-B574-A3CDFA6BC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7" y="1197"/>
              <a:ext cx="11" cy="10"/>
            </a:xfrm>
            <a:custGeom>
              <a:avLst/>
              <a:gdLst>
                <a:gd name="T0" fmla="*/ 5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5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73" name="Freeform 673">
              <a:extLst>
                <a:ext uri="{FF2B5EF4-FFF2-40B4-BE49-F238E27FC236}">
                  <a16:creationId xmlns:a16="http://schemas.microsoft.com/office/drawing/2014/main" id="{73AC899E-C83B-F342-BA81-4441FAEE2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2" y="1203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74" name="Freeform 674">
              <a:extLst>
                <a:ext uri="{FF2B5EF4-FFF2-40B4-BE49-F238E27FC236}">
                  <a16:creationId xmlns:a16="http://schemas.microsoft.com/office/drawing/2014/main" id="{48BBDEDF-60C3-454B-9C3B-3B79DE03E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6" y="1210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75" name="Freeform 675">
              <a:extLst>
                <a:ext uri="{FF2B5EF4-FFF2-40B4-BE49-F238E27FC236}">
                  <a16:creationId xmlns:a16="http://schemas.microsoft.com/office/drawing/2014/main" id="{36E98143-9581-034C-9CDF-F2135533B9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9" y="1215"/>
              <a:ext cx="11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6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6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76" name="Freeform 676">
              <a:extLst>
                <a:ext uri="{FF2B5EF4-FFF2-40B4-BE49-F238E27FC236}">
                  <a16:creationId xmlns:a16="http://schemas.microsoft.com/office/drawing/2014/main" id="{381ED60B-F03A-E24F-AFC5-1C2185CCA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222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77" name="Freeform 677">
              <a:extLst>
                <a:ext uri="{FF2B5EF4-FFF2-40B4-BE49-F238E27FC236}">
                  <a16:creationId xmlns:a16="http://schemas.microsoft.com/office/drawing/2014/main" id="{54A77BDD-70E1-5347-A15F-3274DA15C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" y="1228"/>
              <a:ext cx="10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4 h 21"/>
                <a:gd name="T4" fmla="*/ 16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4"/>
                  </a:lnTo>
                  <a:lnTo>
                    <a:pt x="16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78" name="Freeform 678">
              <a:extLst>
                <a:ext uri="{FF2B5EF4-FFF2-40B4-BE49-F238E27FC236}">
                  <a16:creationId xmlns:a16="http://schemas.microsoft.com/office/drawing/2014/main" id="{C1C83C3A-1E46-B44F-AAAF-E4B20272D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1" y="1234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79" name="Freeform 679">
              <a:extLst>
                <a:ext uri="{FF2B5EF4-FFF2-40B4-BE49-F238E27FC236}">
                  <a16:creationId xmlns:a16="http://schemas.microsoft.com/office/drawing/2014/main" id="{CAF0CA44-100C-3543-B827-32C8C0370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5" y="1240"/>
              <a:ext cx="10" cy="11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0" name="Freeform 680">
              <a:extLst>
                <a:ext uri="{FF2B5EF4-FFF2-40B4-BE49-F238E27FC236}">
                  <a16:creationId xmlns:a16="http://schemas.microsoft.com/office/drawing/2014/main" id="{5EAFAF35-8CAF-EA49-8CFC-4D609B195F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9" y="1247"/>
              <a:ext cx="10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1" name="Freeform 681">
              <a:extLst>
                <a:ext uri="{FF2B5EF4-FFF2-40B4-BE49-F238E27FC236}">
                  <a16:creationId xmlns:a16="http://schemas.microsoft.com/office/drawing/2014/main" id="{14869E3A-4640-1145-B0A0-6F05CF2CC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" y="1252"/>
              <a:ext cx="9" cy="11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2" name="Freeform 682">
              <a:extLst>
                <a:ext uri="{FF2B5EF4-FFF2-40B4-BE49-F238E27FC236}">
                  <a16:creationId xmlns:a16="http://schemas.microsoft.com/office/drawing/2014/main" id="{72DE4DB9-67FE-4840-8E2F-46E721AC1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7" y="1259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3" name="Freeform 683">
              <a:extLst>
                <a:ext uri="{FF2B5EF4-FFF2-40B4-BE49-F238E27FC236}">
                  <a16:creationId xmlns:a16="http://schemas.microsoft.com/office/drawing/2014/main" id="{E844011D-3C43-EA4F-BDDB-6F6A4AF60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0" y="1265"/>
              <a:ext cx="10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4" name="Freeform 684">
              <a:extLst>
                <a:ext uri="{FF2B5EF4-FFF2-40B4-BE49-F238E27FC236}">
                  <a16:creationId xmlns:a16="http://schemas.microsoft.com/office/drawing/2014/main" id="{35F346B0-2987-4B40-8272-DF8A34E85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5" y="1271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5" name="Freeform 685">
              <a:extLst>
                <a:ext uri="{FF2B5EF4-FFF2-40B4-BE49-F238E27FC236}">
                  <a16:creationId xmlns:a16="http://schemas.microsoft.com/office/drawing/2014/main" id="{9A038052-601A-8D4B-A097-E59778523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8" y="1277"/>
              <a:ext cx="10" cy="11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4 h 21"/>
                <a:gd name="T4" fmla="*/ 15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4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6" name="Freeform 686">
              <a:extLst>
                <a:ext uri="{FF2B5EF4-FFF2-40B4-BE49-F238E27FC236}">
                  <a16:creationId xmlns:a16="http://schemas.microsoft.com/office/drawing/2014/main" id="{BFE38DA0-9544-A049-9B4C-5BAD225EA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2" y="1284"/>
              <a:ext cx="10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7" name="Freeform 687">
              <a:extLst>
                <a:ext uri="{FF2B5EF4-FFF2-40B4-BE49-F238E27FC236}">
                  <a16:creationId xmlns:a16="http://schemas.microsoft.com/office/drawing/2014/main" id="{1A7B7A5F-7B2D-3644-8BCD-8B07A3064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" y="1290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8" name="Freeform 688">
              <a:extLst>
                <a:ext uri="{FF2B5EF4-FFF2-40B4-BE49-F238E27FC236}">
                  <a16:creationId xmlns:a16="http://schemas.microsoft.com/office/drawing/2014/main" id="{7B53F0EF-7F73-4845-A288-AE1044138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0" y="1296"/>
              <a:ext cx="9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89" name="Freeform 689">
              <a:extLst>
                <a:ext uri="{FF2B5EF4-FFF2-40B4-BE49-F238E27FC236}">
                  <a16:creationId xmlns:a16="http://schemas.microsoft.com/office/drawing/2014/main" id="{26BF2082-E1BB-F243-ADF7-41012FF49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4" y="1302"/>
              <a:ext cx="10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90" name="Freeform 690">
              <a:extLst>
                <a:ext uri="{FF2B5EF4-FFF2-40B4-BE49-F238E27FC236}">
                  <a16:creationId xmlns:a16="http://schemas.microsoft.com/office/drawing/2014/main" id="{7A7A431C-AF11-0147-B5B2-B1F19D3D1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" y="1309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91" name="Freeform 691">
              <a:extLst>
                <a:ext uri="{FF2B5EF4-FFF2-40B4-BE49-F238E27FC236}">
                  <a16:creationId xmlns:a16="http://schemas.microsoft.com/office/drawing/2014/main" id="{7171F389-9B11-044A-B9C8-0D8EC8679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2" y="1315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92" name="Freeform 692">
              <a:extLst>
                <a:ext uri="{FF2B5EF4-FFF2-40B4-BE49-F238E27FC236}">
                  <a16:creationId xmlns:a16="http://schemas.microsoft.com/office/drawing/2014/main" id="{1DAA4A8A-CFD2-634F-8C4F-8B8CB696D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6" y="1321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93" name="Freeform 693">
              <a:extLst>
                <a:ext uri="{FF2B5EF4-FFF2-40B4-BE49-F238E27FC236}">
                  <a16:creationId xmlns:a16="http://schemas.microsoft.com/office/drawing/2014/main" id="{811D344C-A58C-E845-B8C7-5C5D11834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9" y="1328"/>
              <a:ext cx="11" cy="9"/>
            </a:xfrm>
            <a:custGeom>
              <a:avLst/>
              <a:gdLst>
                <a:gd name="T0" fmla="*/ 5 w 20"/>
                <a:gd name="T1" fmla="*/ 0 h 19"/>
                <a:gd name="T2" fmla="*/ 0 w 20"/>
                <a:gd name="T3" fmla="*/ 13 h 19"/>
                <a:gd name="T4" fmla="*/ 15 w 20"/>
                <a:gd name="T5" fmla="*/ 19 h 19"/>
                <a:gd name="T6" fmla="*/ 20 w 20"/>
                <a:gd name="T7" fmla="*/ 6 h 19"/>
                <a:gd name="T8" fmla="*/ 5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0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94" name="Freeform 694">
              <a:extLst>
                <a:ext uri="{FF2B5EF4-FFF2-40B4-BE49-F238E27FC236}">
                  <a16:creationId xmlns:a16="http://schemas.microsoft.com/office/drawing/2014/main" id="{629207AD-CEC0-8F43-B4A6-733FAB15A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1333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95" name="Freeform 695">
              <a:extLst>
                <a:ext uri="{FF2B5EF4-FFF2-40B4-BE49-F238E27FC236}">
                  <a16:creationId xmlns:a16="http://schemas.microsoft.com/office/drawing/2014/main" id="{37AA0C42-16D6-1E43-8AF7-95E045520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7" y="1340"/>
              <a:ext cx="10" cy="9"/>
            </a:xfrm>
            <a:custGeom>
              <a:avLst/>
              <a:gdLst>
                <a:gd name="T0" fmla="*/ 5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5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96" name="Freeform 696">
              <a:extLst>
                <a:ext uri="{FF2B5EF4-FFF2-40B4-BE49-F238E27FC236}">
                  <a16:creationId xmlns:a16="http://schemas.microsoft.com/office/drawing/2014/main" id="{16FDE4A8-75E0-E449-BF3B-D4672A388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" y="1346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97" name="Freeform 697">
              <a:extLst>
                <a:ext uri="{FF2B5EF4-FFF2-40B4-BE49-F238E27FC236}">
                  <a16:creationId xmlns:a16="http://schemas.microsoft.com/office/drawing/2014/main" id="{D30AE1B1-EAF1-5547-A3E7-8FA60E4AF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" y="1352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98" name="Freeform 698">
              <a:extLst>
                <a:ext uri="{FF2B5EF4-FFF2-40B4-BE49-F238E27FC236}">
                  <a16:creationId xmlns:a16="http://schemas.microsoft.com/office/drawing/2014/main" id="{34021ABC-4198-7142-A9EC-7F8B84615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1358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6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6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99" name="Freeform 699">
              <a:extLst>
                <a:ext uri="{FF2B5EF4-FFF2-40B4-BE49-F238E27FC236}">
                  <a16:creationId xmlns:a16="http://schemas.microsoft.com/office/drawing/2014/main" id="{68F43E76-E85C-5B4C-B858-6C3840F50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3" y="1365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0" name="Freeform 700">
              <a:extLst>
                <a:ext uri="{FF2B5EF4-FFF2-40B4-BE49-F238E27FC236}">
                  <a16:creationId xmlns:a16="http://schemas.microsoft.com/office/drawing/2014/main" id="{D00751F7-7465-0349-8577-834CCA59C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1370"/>
              <a:ext cx="10" cy="10"/>
            </a:xfrm>
            <a:custGeom>
              <a:avLst/>
              <a:gdLst>
                <a:gd name="T0" fmla="*/ 6 w 20"/>
                <a:gd name="T1" fmla="*/ 0 h 19"/>
                <a:gd name="T2" fmla="*/ 0 w 20"/>
                <a:gd name="T3" fmla="*/ 13 h 19"/>
                <a:gd name="T4" fmla="*/ 14 w 20"/>
                <a:gd name="T5" fmla="*/ 19 h 19"/>
                <a:gd name="T6" fmla="*/ 20 w 20"/>
                <a:gd name="T7" fmla="*/ 5 h 19"/>
                <a:gd name="T8" fmla="*/ 6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20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1" name="Freeform 701">
              <a:extLst>
                <a:ext uri="{FF2B5EF4-FFF2-40B4-BE49-F238E27FC236}">
                  <a16:creationId xmlns:a16="http://schemas.microsoft.com/office/drawing/2014/main" id="{05959B29-ACF3-2049-A5F1-22E781858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1377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2" name="Freeform 702">
              <a:extLst>
                <a:ext uri="{FF2B5EF4-FFF2-40B4-BE49-F238E27FC236}">
                  <a16:creationId xmlns:a16="http://schemas.microsoft.com/office/drawing/2014/main" id="{6BF082F7-7CC3-474A-BA94-9669AE2AE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" y="1383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3" name="Freeform 703">
              <a:extLst>
                <a:ext uri="{FF2B5EF4-FFF2-40B4-BE49-F238E27FC236}">
                  <a16:creationId xmlns:a16="http://schemas.microsoft.com/office/drawing/2014/main" id="{D70EDA07-D2D9-3643-A7A2-BC6E64BB29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" y="1389"/>
              <a:ext cx="11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4" name="Freeform 704">
              <a:extLst>
                <a:ext uri="{FF2B5EF4-FFF2-40B4-BE49-F238E27FC236}">
                  <a16:creationId xmlns:a16="http://schemas.microsoft.com/office/drawing/2014/main" id="{21FD7A4A-6D34-8E4E-BFB1-58B1B061A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1395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5" name="Freeform 705">
              <a:extLst>
                <a:ext uri="{FF2B5EF4-FFF2-40B4-BE49-F238E27FC236}">
                  <a16:creationId xmlns:a16="http://schemas.microsoft.com/office/drawing/2014/main" id="{912DD170-6EAC-D74E-839B-659F96828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7" y="1402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6" name="Freeform 706">
              <a:extLst>
                <a:ext uri="{FF2B5EF4-FFF2-40B4-BE49-F238E27FC236}">
                  <a16:creationId xmlns:a16="http://schemas.microsoft.com/office/drawing/2014/main" id="{070A3ED7-29D5-AA49-855D-AEBC95623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" y="1407"/>
              <a:ext cx="9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7" name="Freeform 707">
              <a:extLst>
                <a:ext uri="{FF2B5EF4-FFF2-40B4-BE49-F238E27FC236}">
                  <a16:creationId xmlns:a16="http://schemas.microsoft.com/office/drawing/2014/main" id="{7460FF60-673B-4B44-9CA5-732B8DB2E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" y="1414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8" name="Freeform 708">
              <a:extLst>
                <a:ext uri="{FF2B5EF4-FFF2-40B4-BE49-F238E27FC236}">
                  <a16:creationId xmlns:a16="http://schemas.microsoft.com/office/drawing/2014/main" id="{CDD344D3-C73D-4B40-8327-9C6384E7D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1420"/>
              <a:ext cx="10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7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09" name="Freeform 709">
              <a:extLst>
                <a:ext uri="{FF2B5EF4-FFF2-40B4-BE49-F238E27FC236}">
                  <a16:creationId xmlns:a16="http://schemas.microsoft.com/office/drawing/2014/main" id="{1724BC19-ED10-7B48-A47C-8E57620F53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1426"/>
              <a:ext cx="9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10" name="Freeform 710">
              <a:extLst>
                <a:ext uri="{FF2B5EF4-FFF2-40B4-BE49-F238E27FC236}">
                  <a16:creationId xmlns:a16="http://schemas.microsoft.com/office/drawing/2014/main" id="{3D63A7F7-0865-DD45-9058-15D3FB2BA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1432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11" name="Freeform 711">
              <a:extLst>
                <a:ext uri="{FF2B5EF4-FFF2-40B4-BE49-F238E27FC236}">
                  <a16:creationId xmlns:a16="http://schemas.microsoft.com/office/drawing/2014/main" id="{A4F32839-1F8E-D14F-A1D1-CC0466DD2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9" y="1439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12" name="Freeform 712">
              <a:extLst>
                <a:ext uri="{FF2B5EF4-FFF2-40B4-BE49-F238E27FC236}">
                  <a16:creationId xmlns:a16="http://schemas.microsoft.com/office/drawing/2014/main" id="{2BF066A2-DA51-1441-BD5C-EE25A6BE0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4" y="1445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13" name="Freeform 713">
              <a:extLst>
                <a:ext uri="{FF2B5EF4-FFF2-40B4-BE49-F238E27FC236}">
                  <a16:creationId xmlns:a16="http://schemas.microsoft.com/office/drawing/2014/main" id="{C187DFB5-27C5-F143-99A5-03A194D7F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1451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14" name="Freeform 714">
              <a:extLst>
                <a:ext uri="{FF2B5EF4-FFF2-40B4-BE49-F238E27FC236}">
                  <a16:creationId xmlns:a16="http://schemas.microsoft.com/office/drawing/2014/main" id="{5A67A72B-6605-6249-B328-CB12CF2AD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1457"/>
              <a:ext cx="10" cy="10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15" name="Freeform 715">
              <a:extLst>
                <a:ext uri="{FF2B5EF4-FFF2-40B4-BE49-F238E27FC236}">
                  <a16:creationId xmlns:a16="http://schemas.microsoft.com/office/drawing/2014/main" id="{59023C21-5D2D-A943-87B1-389749EDF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1464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16" name="Freeform 716">
              <a:extLst>
                <a:ext uri="{FF2B5EF4-FFF2-40B4-BE49-F238E27FC236}">
                  <a16:creationId xmlns:a16="http://schemas.microsoft.com/office/drawing/2014/main" id="{3F99E10A-8CE8-DE4B-AEC9-0C89BA0D9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1469"/>
              <a:ext cx="10" cy="11"/>
            </a:xfrm>
            <a:custGeom>
              <a:avLst/>
              <a:gdLst>
                <a:gd name="T0" fmla="*/ 5 w 21"/>
                <a:gd name="T1" fmla="*/ 0 h 20"/>
                <a:gd name="T2" fmla="*/ 0 w 21"/>
                <a:gd name="T3" fmla="*/ 13 h 20"/>
                <a:gd name="T4" fmla="*/ 15 w 21"/>
                <a:gd name="T5" fmla="*/ 20 h 20"/>
                <a:gd name="T6" fmla="*/ 21 w 21"/>
                <a:gd name="T7" fmla="*/ 7 h 20"/>
                <a:gd name="T8" fmla="*/ 5 w 21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0"/>
                <a:gd name="T17" fmla="*/ 21 w 21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0">
                  <a:moveTo>
                    <a:pt x="5" y="0"/>
                  </a:moveTo>
                  <a:lnTo>
                    <a:pt x="0" y="13"/>
                  </a:lnTo>
                  <a:lnTo>
                    <a:pt x="15" y="20"/>
                  </a:lnTo>
                  <a:lnTo>
                    <a:pt x="21" y="7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17" name="Freeform 717">
              <a:extLst>
                <a:ext uri="{FF2B5EF4-FFF2-40B4-BE49-F238E27FC236}">
                  <a16:creationId xmlns:a16="http://schemas.microsoft.com/office/drawing/2014/main" id="{DEEFE838-D34E-824A-9818-3597C8A09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" y="1476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18" name="Freeform 718">
              <a:extLst>
                <a:ext uri="{FF2B5EF4-FFF2-40B4-BE49-F238E27FC236}">
                  <a16:creationId xmlns:a16="http://schemas.microsoft.com/office/drawing/2014/main" id="{B15859FD-36CB-8544-ABCA-E461DC9AC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1483"/>
              <a:ext cx="10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19" name="Freeform 719">
              <a:extLst>
                <a:ext uri="{FF2B5EF4-FFF2-40B4-BE49-F238E27FC236}">
                  <a16:creationId xmlns:a16="http://schemas.microsoft.com/office/drawing/2014/main" id="{35C4EC30-DE19-8A4B-B178-8B6A425F0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1488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0" name="Freeform 720">
              <a:extLst>
                <a:ext uri="{FF2B5EF4-FFF2-40B4-BE49-F238E27FC236}">
                  <a16:creationId xmlns:a16="http://schemas.microsoft.com/office/drawing/2014/main" id="{44537762-D736-BE45-AE3D-B318D6CB67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5" y="1495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1" name="Freeform 721">
              <a:extLst>
                <a:ext uri="{FF2B5EF4-FFF2-40B4-BE49-F238E27FC236}">
                  <a16:creationId xmlns:a16="http://schemas.microsoft.com/office/drawing/2014/main" id="{5C8BDF2E-9D37-D044-9636-7330E4626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8" y="1501"/>
              <a:ext cx="11" cy="9"/>
            </a:xfrm>
            <a:custGeom>
              <a:avLst/>
              <a:gdLst>
                <a:gd name="T0" fmla="*/ 5 w 20"/>
                <a:gd name="T1" fmla="*/ 0 h 19"/>
                <a:gd name="T2" fmla="*/ 0 w 20"/>
                <a:gd name="T3" fmla="*/ 14 h 19"/>
                <a:gd name="T4" fmla="*/ 15 w 20"/>
                <a:gd name="T5" fmla="*/ 19 h 19"/>
                <a:gd name="T6" fmla="*/ 20 w 20"/>
                <a:gd name="T7" fmla="*/ 6 h 19"/>
                <a:gd name="T8" fmla="*/ 5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5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0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2" name="Freeform 722">
              <a:extLst>
                <a:ext uri="{FF2B5EF4-FFF2-40B4-BE49-F238E27FC236}">
                  <a16:creationId xmlns:a16="http://schemas.microsoft.com/office/drawing/2014/main" id="{71E82105-B017-F943-9CD9-2F0078F9E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" y="1507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3" name="Freeform 723">
              <a:extLst>
                <a:ext uri="{FF2B5EF4-FFF2-40B4-BE49-F238E27FC236}">
                  <a16:creationId xmlns:a16="http://schemas.microsoft.com/office/drawing/2014/main" id="{B8463175-A0E0-AF4A-B4ED-07D847283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1513"/>
              <a:ext cx="9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4" name="Freeform 724">
              <a:extLst>
                <a:ext uri="{FF2B5EF4-FFF2-40B4-BE49-F238E27FC236}">
                  <a16:creationId xmlns:a16="http://schemas.microsoft.com/office/drawing/2014/main" id="{4BA68F4B-46AF-814C-95C9-F3EF7E992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" y="1520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5" name="Freeform 725">
              <a:extLst>
                <a:ext uri="{FF2B5EF4-FFF2-40B4-BE49-F238E27FC236}">
                  <a16:creationId xmlns:a16="http://schemas.microsoft.com/office/drawing/2014/main" id="{8FE846B1-574E-DB41-8BDB-01AFD7811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" y="1525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6" name="Freeform 726">
              <a:extLst>
                <a:ext uri="{FF2B5EF4-FFF2-40B4-BE49-F238E27FC236}">
                  <a16:creationId xmlns:a16="http://schemas.microsoft.com/office/drawing/2014/main" id="{304C3CE8-9869-B548-9388-974F5C1B7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1532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6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6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7" name="Freeform 727">
              <a:extLst>
                <a:ext uri="{FF2B5EF4-FFF2-40B4-BE49-F238E27FC236}">
                  <a16:creationId xmlns:a16="http://schemas.microsoft.com/office/drawing/2014/main" id="{CB91C6D0-35B3-764F-9A8E-882DB571D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1538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8" name="Freeform 728">
              <a:extLst>
                <a:ext uri="{FF2B5EF4-FFF2-40B4-BE49-F238E27FC236}">
                  <a16:creationId xmlns:a16="http://schemas.microsoft.com/office/drawing/2014/main" id="{0A2A7F64-5110-9942-BB8D-9C6B0D2FB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1544"/>
              <a:ext cx="10" cy="10"/>
            </a:xfrm>
            <a:custGeom>
              <a:avLst/>
              <a:gdLst>
                <a:gd name="T0" fmla="*/ 6 w 20"/>
                <a:gd name="T1" fmla="*/ 0 h 19"/>
                <a:gd name="T2" fmla="*/ 0 w 20"/>
                <a:gd name="T3" fmla="*/ 13 h 19"/>
                <a:gd name="T4" fmla="*/ 14 w 20"/>
                <a:gd name="T5" fmla="*/ 19 h 19"/>
                <a:gd name="T6" fmla="*/ 20 w 20"/>
                <a:gd name="T7" fmla="*/ 6 h 19"/>
                <a:gd name="T8" fmla="*/ 6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20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29" name="Freeform 729">
              <a:extLst>
                <a:ext uri="{FF2B5EF4-FFF2-40B4-BE49-F238E27FC236}">
                  <a16:creationId xmlns:a16="http://schemas.microsoft.com/office/drawing/2014/main" id="{6503A0D2-1C89-FE47-8EE1-30C6647E9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1550"/>
              <a:ext cx="10" cy="11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4 h 21"/>
                <a:gd name="T4" fmla="*/ 15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4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30" name="Freeform 730">
              <a:extLst>
                <a:ext uri="{FF2B5EF4-FFF2-40B4-BE49-F238E27FC236}">
                  <a16:creationId xmlns:a16="http://schemas.microsoft.com/office/drawing/2014/main" id="{E5C7C665-A2BD-5A41-9367-AD8FFE74F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4" y="1557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31" name="Freeform 731">
              <a:extLst>
                <a:ext uri="{FF2B5EF4-FFF2-40B4-BE49-F238E27FC236}">
                  <a16:creationId xmlns:a16="http://schemas.microsoft.com/office/drawing/2014/main" id="{031AEC75-9492-114E-9D2C-B29CD8DF6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" y="1562"/>
              <a:ext cx="11" cy="11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32" name="Freeform 732">
              <a:extLst>
                <a:ext uri="{FF2B5EF4-FFF2-40B4-BE49-F238E27FC236}">
                  <a16:creationId xmlns:a16="http://schemas.microsoft.com/office/drawing/2014/main" id="{2903EDBC-2EA0-0A4E-A410-B81F37BA6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1" y="1569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33" name="Freeform 733">
              <a:extLst>
                <a:ext uri="{FF2B5EF4-FFF2-40B4-BE49-F238E27FC236}">
                  <a16:creationId xmlns:a16="http://schemas.microsoft.com/office/drawing/2014/main" id="{35CF4D34-8245-5543-8A37-317233339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6" y="1575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34" name="Freeform 734">
              <a:extLst>
                <a:ext uri="{FF2B5EF4-FFF2-40B4-BE49-F238E27FC236}">
                  <a16:creationId xmlns:a16="http://schemas.microsoft.com/office/drawing/2014/main" id="{9F433C68-0666-3C47-9ED0-1B43CF428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9" y="1582"/>
              <a:ext cx="10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35" name="Freeform 735">
              <a:extLst>
                <a:ext uri="{FF2B5EF4-FFF2-40B4-BE49-F238E27FC236}">
                  <a16:creationId xmlns:a16="http://schemas.microsoft.com/office/drawing/2014/main" id="{F37B34C0-D63B-BA4C-8297-613597551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3" y="1587"/>
              <a:ext cx="10" cy="11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36" name="Freeform 736">
              <a:extLst>
                <a:ext uri="{FF2B5EF4-FFF2-40B4-BE49-F238E27FC236}">
                  <a16:creationId xmlns:a16="http://schemas.microsoft.com/office/drawing/2014/main" id="{DA1E240F-5CCD-064F-B880-EB54C4806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1594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37" name="Freeform 737">
              <a:extLst>
                <a:ext uri="{FF2B5EF4-FFF2-40B4-BE49-F238E27FC236}">
                  <a16:creationId xmlns:a16="http://schemas.microsoft.com/office/drawing/2014/main" id="{F867C87B-EA5D-A24E-97DC-AF1E54D97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" y="1600"/>
              <a:ext cx="9" cy="10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38" name="Freeform 738">
              <a:extLst>
                <a:ext uri="{FF2B5EF4-FFF2-40B4-BE49-F238E27FC236}">
                  <a16:creationId xmlns:a16="http://schemas.microsoft.com/office/drawing/2014/main" id="{F8C40CFD-8EE7-1E4C-880B-85D67B67A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5" y="1606"/>
              <a:ext cx="10" cy="10"/>
            </a:xfrm>
            <a:custGeom>
              <a:avLst/>
              <a:gdLst>
                <a:gd name="T0" fmla="*/ 6 w 19"/>
                <a:gd name="T1" fmla="*/ 0 h 20"/>
                <a:gd name="T2" fmla="*/ 0 w 19"/>
                <a:gd name="T3" fmla="*/ 14 h 20"/>
                <a:gd name="T4" fmla="*/ 14 w 19"/>
                <a:gd name="T5" fmla="*/ 20 h 20"/>
                <a:gd name="T6" fmla="*/ 19 w 19"/>
                <a:gd name="T7" fmla="*/ 6 h 20"/>
                <a:gd name="T8" fmla="*/ 6 w 1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6" y="0"/>
                  </a:moveTo>
                  <a:lnTo>
                    <a:pt x="0" y="14"/>
                  </a:lnTo>
                  <a:lnTo>
                    <a:pt x="14" y="20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39" name="Freeform 739">
              <a:extLst>
                <a:ext uri="{FF2B5EF4-FFF2-40B4-BE49-F238E27FC236}">
                  <a16:creationId xmlns:a16="http://schemas.microsoft.com/office/drawing/2014/main" id="{29A50120-BBC7-FE4A-81FA-764A9F11C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" y="1612"/>
              <a:ext cx="11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0" name="Freeform 740">
              <a:extLst>
                <a:ext uri="{FF2B5EF4-FFF2-40B4-BE49-F238E27FC236}">
                  <a16:creationId xmlns:a16="http://schemas.microsoft.com/office/drawing/2014/main" id="{86B2E016-6E37-3749-B10D-48662C158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3" y="1619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1" name="Freeform 741">
              <a:extLst>
                <a:ext uri="{FF2B5EF4-FFF2-40B4-BE49-F238E27FC236}">
                  <a16:creationId xmlns:a16="http://schemas.microsoft.com/office/drawing/2014/main" id="{77591E77-A486-E644-818E-B06C82C55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" y="1624"/>
              <a:ext cx="9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2" name="Freeform 742">
              <a:extLst>
                <a:ext uri="{FF2B5EF4-FFF2-40B4-BE49-F238E27FC236}">
                  <a16:creationId xmlns:a16="http://schemas.microsoft.com/office/drawing/2014/main" id="{73899E6E-9DC3-4C43-8854-8F0BF7736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631"/>
              <a:ext cx="11" cy="9"/>
            </a:xfrm>
            <a:custGeom>
              <a:avLst/>
              <a:gdLst>
                <a:gd name="T0" fmla="*/ 5 w 20"/>
                <a:gd name="T1" fmla="*/ 0 h 19"/>
                <a:gd name="T2" fmla="*/ 0 w 20"/>
                <a:gd name="T3" fmla="*/ 13 h 19"/>
                <a:gd name="T4" fmla="*/ 15 w 20"/>
                <a:gd name="T5" fmla="*/ 19 h 19"/>
                <a:gd name="T6" fmla="*/ 20 w 20"/>
                <a:gd name="T7" fmla="*/ 6 h 19"/>
                <a:gd name="T8" fmla="*/ 5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0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3" name="Freeform 743">
              <a:extLst>
                <a:ext uri="{FF2B5EF4-FFF2-40B4-BE49-F238E27FC236}">
                  <a16:creationId xmlns:a16="http://schemas.microsoft.com/office/drawing/2014/main" id="{19830E4D-A1D1-F342-A95B-66DC20F70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638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4" name="Freeform 744">
              <a:extLst>
                <a:ext uri="{FF2B5EF4-FFF2-40B4-BE49-F238E27FC236}">
                  <a16:creationId xmlns:a16="http://schemas.microsoft.com/office/drawing/2014/main" id="{3E646A5E-5201-9C4B-BC53-160BCA63E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8" y="1643"/>
              <a:ext cx="10" cy="10"/>
            </a:xfrm>
            <a:custGeom>
              <a:avLst/>
              <a:gdLst>
                <a:gd name="T0" fmla="*/ 5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5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5" name="Freeform 745">
              <a:extLst>
                <a:ext uri="{FF2B5EF4-FFF2-40B4-BE49-F238E27FC236}">
                  <a16:creationId xmlns:a16="http://schemas.microsoft.com/office/drawing/2014/main" id="{F086E9CD-5DF9-2B46-8D1C-B8A0EBE14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650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6" name="Freeform 746">
              <a:extLst>
                <a:ext uri="{FF2B5EF4-FFF2-40B4-BE49-F238E27FC236}">
                  <a16:creationId xmlns:a16="http://schemas.microsoft.com/office/drawing/2014/main" id="{CD63C062-3B47-A24F-B07B-619B09F5C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6" y="1656"/>
              <a:ext cx="10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7" name="Freeform 747">
              <a:extLst>
                <a:ext uri="{FF2B5EF4-FFF2-40B4-BE49-F238E27FC236}">
                  <a16:creationId xmlns:a16="http://schemas.microsoft.com/office/drawing/2014/main" id="{880FE1E4-F7EE-7449-A319-8C2B802B3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0" y="1662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6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6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8" name="Freeform 748">
              <a:extLst>
                <a:ext uri="{FF2B5EF4-FFF2-40B4-BE49-F238E27FC236}">
                  <a16:creationId xmlns:a16="http://schemas.microsoft.com/office/drawing/2014/main" id="{CF308301-DC37-0549-8422-188CA264B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668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49" name="Freeform 749">
              <a:extLst>
                <a:ext uri="{FF2B5EF4-FFF2-40B4-BE49-F238E27FC236}">
                  <a16:creationId xmlns:a16="http://schemas.microsoft.com/office/drawing/2014/main" id="{8D32B086-AC87-A346-8149-D75E4011F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1675"/>
              <a:ext cx="11" cy="9"/>
            </a:xfrm>
            <a:custGeom>
              <a:avLst/>
              <a:gdLst>
                <a:gd name="T0" fmla="*/ 5 w 20"/>
                <a:gd name="T1" fmla="*/ 0 h 19"/>
                <a:gd name="T2" fmla="*/ 0 w 20"/>
                <a:gd name="T3" fmla="*/ 14 h 19"/>
                <a:gd name="T4" fmla="*/ 15 w 20"/>
                <a:gd name="T5" fmla="*/ 19 h 19"/>
                <a:gd name="T6" fmla="*/ 20 w 20"/>
                <a:gd name="T7" fmla="*/ 6 h 19"/>
                <a:gd name="T8" fmla="*/ 5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5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0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50" name="Freeform 750">
              <a:extLst>
                <a:ext uri="{FF2B5EF4-FFF2-40B4-BE49-F238E27FC236}">
                  <a16:creationId xmlns:a16="http://schemas.microsoft.com/office/drawing/2014/main" id="{0AD7BCEE-C3A3-7042-95C0-DF270C0C0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" y="1680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51" name="Freeform 751">
              <a:extLst>
                <a:ext uri="{FF2B5EF4-FFF2-40B4-BE49-F238E27FC236}">
                  <a16:creationId xmlns:a16="http://schemas.microsoft.com/office/drawing/2014/main" id="{DB95F32D-1D4F-E547-8BC4-D0A2A708D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6" y="1687"/>
              <a:ext cx="9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52" name="Freeform 752">
              <a:extLst>
                <a:ext uri="{FF2B5EF4-FFF2-40B4-BE49-F238E27FC236}">
                  <a16:creationId xmlns:a16="http://schemas.microsoft.com/office/drawing/2014/main" id="{172D793A-0A62-4749-AD5E-419E20D18E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9" y="1693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53" name="Freeform 753">
              <a:extLst>
                <a:ext uri="{FF2B5EF4-FFF2-40B4-BE49-F238E27FC236}">
                  <a16:creationId xmlns:a16="http://schemas.microsoft.com/office/drawing/2014/main" id="{7E0A801D-2892-F244-B80B-FE28BEC57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3" y="1699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54" name="Freeform 754">
              <a:extLst>
                <a:ext uri="{FF2B5EF4-FFF2-40B4-BE49-F238E27FC236}">
                  <a16:creationId xmlns:a16="http://schemas.microsoft.com/office/drawing/2014/main" id="{DC4A8F9A-3956-124D-85A1-02F76F1DD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1705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55" name="Freeform 755">
              <a:extLst>
                <a:ext uri="{FF2B5EF4-FFF2-40B4-BE49-F238E27FC236}">
                  <a16:creationId xmlns:a16="http://schemas.microsoft.com/office/drawing/2014/main" id="{80E7BF81-E061-B047-B6A1-2E5D2FBA7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1" y="1712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56" name="Freeform 756">
              <a:extLst>
                <a:ext uri="{FF2B5EF4-FFF2-40B4-BE49-F238E27FC236}">
                  <a16:creationId xmlns:a16="http://schemas.microsoft.com/office/drawing/2014/main" id="{0C8E28C5-9D1F-8448-913F-39A98F874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" y="1718"/>
              <a:ext cx="10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57" name="Freeform 757">
              <a:extLst>
                <a:ext uri="{FF2B5EF4-FFF2-40B4-BE49-F238E27FC236}">
                  <a16:creationId xmlns:a16="http://schemas.microsoft.com/office/drawing/2014/main" id="{0528FCEE-6C4B-B34B-91A5-A6CB6C61C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9" y="1724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58" name="Freeform 758">
              <a:extLst>
                <a:ext uri="{FF2B5EF4-FFF2-40B4-BE49-F238E27FC236}">
                  <a16:creationId xmlns:a16="http://schemas.microsoft.com/office/drawing/2014/main" id="{AB6D310A-F70E-0346-AE5F-8BE7CD02D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730"/>
              <a:ext cx="9" cy="10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59" name="Freeform 759">
              <a:extLst>
                <a:ext uri="{FF2B5EF4-FFF2-40B4-BE49-F238E27FC236}">
                  <a16:creationId xmlns:a16="http://schemas.microsoft.com/office/drawing/2014/main" id="{24F3F269-3F55-214F-9472-0612317F0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1737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0" name="Freeform 760">
              <a:extLst>
                <a:ext uri="{FF2B5EF4-FFF2-40B4-BE49-F238E27FC236}">
                  <a16:creationId xmlns:a16="http://schemas.microsoft.com/office/drawing/2014/main" id="{4D73643C-219A-5F4D-9876-BADC74F78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" y="1742"/>
              <a:ext cx="11" cy="11"/>
            </a:xfrm>
            <a:custGeom>
              <a:avLst/>
              <a:gdLst>
                <a:gd name="T0" fmla="*/ 6 w 21"/>
                <a:gd name="T1" fmla="*/ 0 h 20"/>
                <a:gd name="T2" fmla="*/ 0 w 21"/>
                <a:gd name="T3" fmla="*/ 13 h 20"/>
                <a:gd name="T4" fmla="*/ 15 w 21"/>
                <a:gd name="T5" fmla="*/ 20 h 20"/>
                <a:gd name="T6" fmla="*/ 21 w 21"/>
                <a:gd name="T7" fmla="*/ 7 h 20"/>
                <a:gd name="T8" fmla="*/ 6 w 21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0"/>
                <a:gd name="T17" fmla="*/ 21 w 21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0">
                  <a:moveTo>
                    <a:pt x="6" y="0"/>
                  </a:moveTo>
                  <a:lnTo>
                    <a:pt x="0" y="13"/>
                  </a:lnTo>
                  <a:lnTo>
                    <a:pt x="15" y="20"/>
                  </a:lnTo>
                  <a:lnTo>
                    <a:pt x="21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1" name="Freeform 761">
              <a:extLst>
                <a:ext uri="{FF2B5EF4-FFF2-40B4-BE49-F238E27FC236}">
                  <a16:creationId xmlns:a16="http://schemas.microsoft.com/office/drawing/2014/main" id="{64350FBE-CD8A-E042-A9FC-3B3921BCC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5" y="1749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2" name="Freeform 762">
              <a:extLst>
                <a:ext uri="{FF2B5EF4-FFF2-40B4-BE49-F238E27FC236}">
                  <a16:creationId xmlns:a16="http://schemas.microsoft.com/office/drawing/2014/main" id="{FA5878DB-DC4F-CF4F-BD82-CFD3AA518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8" y="1755"/>
              <a:ext cx="10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4 h 21"/>
                <a:gd name="T4" fmla="*/ 15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4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3" name="Freeform 763">
              <a:extLst>
                <a:ext uri="{FF2B5EF4-FFF2-40B4-BE49-F238E27FC236}">
                  <a16:creationId xmlns:a16="http://schemas.microsoft.com/office/drawing/2014/main" id="{C2F1AD3A-055B-5040-AA02-59FC7A776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1761"/>
              <a:ext cx="10" cy="10"/>
            </a:xfrm>
            <a:custGeom>
              <a:avLst/>
              <a:gdLst>
                <a:gd name="T0" fmla="*/ 6 w 20"/>
                <a:gd name="T1" fmla="*/ 0 h 19"/>
                <a:gd name="T2" fmla="*/ 0 w 20"/>
                <a:gd name="T3" fmla="*/ 13 h 19"/>
                <a:gd name="T4" fmla="*/ 14 w 20"/>
                <a:gd name="T5" fmla="*/ 19 h 19"/>
                <a:gd name="T6" fmla="*/ 20 w 20"/>
                <a:gd name="T7" fmla="*/ 5 h 19"/>
                <a:gd name="T8" fmla="*/ 6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20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4" name="Freeform 764">
              <a:extLst>
                <a:ext uri="{FF2B5EF4-FFF2-40B4-BE49-F238E27FC236}">
                  <a16:creationId xmlns:a16="http://schemas.microsoft.com/office/drawing/2014/main" id="{377E697F-7E48-9444-B713-2DC3DB0C2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7" y="1767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5" name="Freeform 765">
              <a:extLst>
                <a:ext uri="{FF2B5EF4-FFF2-40B4-BE49-F238E27FC236}">
                  <a16:creationId xmlns:a16="http://schemas.microsoft.com/office/drawing/2014/main" id="{93456CD5-3E33-C140-A4A5-8F260098D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0" y="1774"/>
              <a:ext cx="10" cy="9"/>
            </a:xfrm>
            <a:custGeom>
              <a:avLst/>
              <a:gdLst>
                <a:gd name="T0" fmla="*/ 5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5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5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6" name="Freeform 766">
              <a:extLst>
                <a:ext uri="{FF2B5EF4-FFF2-40B4-BE49-F238E27FC236}">
                  <a16:creationId xmlns:a16="http://schemas.microsoft.com/office/drawing/2014/main" id="{DC921D47-89F8-AC41-9ED6-BA9516442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4" y="1779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7" name="Freeform 767">
              <a:extLst>
                <a:ext uri="{FF2B5EF4-FFF2-40B4-BE49-F238E27FC236}">
                  <a16:creationId xmlns:a16="http://schemas.microsoft.com/office/drawing/2014/main" id="{7100F564-E528-9F4F-8B6A-1F58DA64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8" y="1786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8" name="Freeform 768">
              <a:extLst>
                <a:ext uri="{FF2B5EF4-FFF2-40B4-BE49-F238E27FC236}">
                  <a16:creationId xmlns:a16="http://schemas.microsoft.com/office/drawing/2014/main" id="{19C7AC1D-64A6-8742-A446-73E72545D0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2" y="1792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69" name="Freeform 769">
              <a:extLst>
                <a:ext uri="{FF2B5EF4-FFF2-40B4-BE49-F238E27FC236}">
                  <a16:creationId xmlns:a16="http://schemas.microsoft.com/office/drawing/2014/main" id="{367DDC9A-1E25-3042-99A6-F908FA763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6" y="1798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70" name="Freeform 770">
              <a:extLst>
                <a:ext uri="{FF2B5EF4-FFF2-40B4-BE49-F238E27FC236}">
                  <a16:creationId xmlns:a16="http://schemas.microsoft.com/office/drawing/2014/main" id="{D1994623-F98C-794B-A229-C3D4542FC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1805"/>
              <a:ext cx="11" cy="10"/>
            </a:xfrm>
            <a:custGeom>
              <a:avLst/>
              <a:gdLst>
                <a:gd name="T0" fmla="*/ 5 w 20"/>
                <a:gd name="T1" fmla="*/ 0 h 19"/>
                <a:gd name="T2" fmla="*/ 0 w 20"/>
                <a:gd name="T3" fmla="*/ 13 h 19"/>
                <a:gd name="T4" fmla="*/ 15 w 20"/>
                <a:gd name="T5" fmla="*/ 19 h 19"/>
                <a:gd name="T6" fmla="*/ 20 w 20"/>
                <a:gd name="T7" fmla="*/ 6 h 19"/>
                <a:gd name="T8" fmla="*/ 5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0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71" name="Freeform 771">
              <a:extLst>
                <a:ext uri="{FF2B5EF4-FFF2-40B4-BE49-F238E27FC236}">
                  <a16:creationId xmlns:a16="http://schemas.microsoft.com/office/drawing/2014/main" id="{FEA41043-BE23-AF43-BE4D-DD9A54089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1811"/>
              <a:ext cx="9" cy="9"/>
            </a:xfrm>
            <a:custGeom>
              <a:avLst/>
              <a:gdLst>
                <a:gd name="T0" fmla="*/ 6 w 19"/>
                <a:gd name="T1" fmla="*/ 0 h 20"/>
                <a:gd name="T2" fmla="*/ 0 w 19"/>
                <a:gd name="T3" fmla="*/ 14 h 20"/>
                <a:gd name="T4" fmla="*/ 13 w 19"/>
                <a:gd name="T5" fmla="*/ 20 h 20"/>
                <a:gd name="T6" fmla="*/ 19 w 19"/>
                <a:gd name="T7" fmla="*/ 6 h 20"/>
                <a:gd name="T8" fmla="*/ 6 w 1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6" y="0"/>
                  </a:moveTo>
                  <a:lnTo>
                    <a:pt x="0" y="14"/>
                  </a:lnTo>
                  <a:lnTo>
                    <a:pt x="13" y="20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72" name="Freeform 772">
              <a:extLst>
                <a:ext uri="{FF2B5EF4-FFF2-40B4-BE49-F238E27FC236}">
                  <a16:creationId xmlns:a16="http://schemas.microsoft.com/office/drawing/2014/main" id="{C064C55E-8942-F246-9909-3E75D4185B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" y="1817"/>
              <a:ext cx="9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73" name="Freeform 773">
              <a:extLst>
                <a:ext uri="{FF2B5EF4-FFF2-40B4-BE49-F238E27FC236}">
                  <a16:creationId xmlns:a16="http://schemas.microsoft.com/office/drawing/2014/main" id="{5AE67497-E6E7-4F41-A9E4-6F6FBA8C7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1823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74" name="Freeform 774">
              <a:extLst>
                <a:ext uri="{FF2B5EF4-FFF2-40B4-BE49-F238E27FC236}">
                  <a16:creationId xmlns:a16="http://schemas.microsoft.com/office/drawing/2014/main" id="{18954DA2-FC6B-EA47-8841-2BD572F97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1830"/>
              <a:ext cx="10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75" name="Freeform 775">
              <a:extLst>
                <a:ext uri="{FF2B5EF4-FFF2-40B4-BE49-F238E27FC236}">
                  <a16:creationId xmlns:a16="http://schemas.microsoft.com/office/drawing/2014/main" id="{D3DBD99B-723C-C547-AB3A-BD532783E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" y="1835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6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6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76" name="Freeform 776">
              <a:extLst>
                <a:ext uri="{FF2B5EF4-FFF2-40B4-BE49-F238E27FC236}">
                  <a16:creationId xmlns:a16="http://schemas.microsoft.com/office/drawing/2014/main" id="{5F63AE3D-1D83-774D-9771-CD18174F2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3" y="1842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77" name="Freeform 777">
              <a:extLst>
                <a:ext uri="{FF2B5EF4-FFF2-40B4-BE49-F238E27FC236}">
                  <a16:creationId xmlns:a16="http://schemas.microsoft.com/office/drawing/2014/main" id="{E6BA9B2D-2058-6949-9BB6-32667D209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1848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78" name="Freeform 778">
              <a:extLst>
                <a:ext uri="{FF2B5EF4-FFF2-40B4-BE49-F238E27FC236}">
                  <a16:creationId xmlns:a16="http://schemas.microsoft.com/office/drawing/2014/main" id="{D5108E26-F547-5B4D-94AE-FAD0470A3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1" y="1854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79" name="Freeform 779">
              <a:extLst>
                <a:ext uri="{FF2B5EF4-FFF2-40B4-BE49-F238E27FC236}">
                  <a16:creationId xmlns:a16="http://schemas.microsoft.com/office/drawing/2014/main" id="{FB4AF0E9-3D70-C745-81B3-80D6D71DAB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1860"/>
              <a:ext cx="9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0" name="Freeform 780">
              <a:extLst>
                <a:ext uri="{FF2B5EF4-FFF2-40B4-BE49-F238E27FC236}">
                  <a16:creationId xmlns:a16="http://schemas.microsoft.com/office/drawing/2014/main" id="{39326CDA-B2ED-974F-95BB-CF21072EB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8" y="1867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1" name="Freeform 781">
              <a:extLst>
                <a:ext uri="{FF2B5EF4-FFF2-40B4-BE49-F238E27FC236}">
                  <a16:creationId xmlns:a16="http://schemas.microsoft.com/office/drawing/2014/main" id="{C1FDE61A-E21C-8E4B-B211-3BB5DC0AF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" y="1873"/>
              <a:ext cx="10" cy="10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2" name="Freeform 782">
              <a:extLst>
                <a:ext uri="{FF2B5EF4-FFF2-40B4-BE49-F238E27FC236}">
                  <a16:creationId xmlns:a16="http://schemas.microsoft.com/office/drawing/2014/main" id="{57987C53-27EC-474A-8BDA-453A9465A1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7" y="1879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3" name="Freeform 783">
              <a:extLst>
                <a:ext uri="{FF2B5EF4-FFF2-40B4-BE49-F238E27FC236}">
                  <a16:creationId xmlns:a16="http://schemas.microsoft.com/office/drawing/2014/main" id="{3DAFBCB1-3A12-6C44-B276-D99821A7C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0" y="1885"/>
              <a:ext cx="10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7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4" name="Freeform 784">
              <a:extLst>
                <a:ext uri="{FF2B5EF4-FFF2-40B4-BE49-F238E27FC236}">
                  <a16:creationId xmlns:a16="http://schemas.microsoft.com/office/drawing/2014/main" id="{BDA84D0B-CC54-934D-B359-63297E8761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4" y="1892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5" name="Freeform 785">
              <a:extLst>
                <a:ext uri="{FF2B5EF4-FFF2-40B4-BE49-F238E27FC236}">
                  <a16:creationId xmlns:a16="http://schemas.microsoft.com/office/drawing/2014/main" id="{DF88D39F-3932-F948-9158-AA9F752C2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1897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6" name="Freeform 786">
              <a:extLst>
                <a:ext uri="{FF2B5EF4-FFF2-40B4-BE49-F238E27FC236}">
                  <a16:creationId xmlns:a16="http://schemas.microsoft.com/office/drawing/2014/main" id="{E371A89A-CE3E-D246-8FD9-8B524D8FF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1904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7" name="Freeform 787">
              <a:extLst>
                <a:ext uri="{FF2B5EF4-FFF2-40B4-BE49-F238E27FC236}">
                  <a16:creationId xmlns:a16="http://schemas.microsoft.com/office/drawing/2014/main" id="{CEA707C8-DD54-5C4A-BEEB-ABAB4D6F4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6" y="1910"/>
              <a:ext cx="10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8" name="Freeform 788">
              <a:extLst>
                <a:ext uri="{FF2B5EF4-FFF2-40B4-BE49-F238E27FC236}">
                  <a16:creationId xmlns:a16="http://schemas.microsoft.com/office/drawing/2014/main" id="{9E3492DC-43D6-1D44-A061-7F218274D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" y="1916"/>
              <a:ext cx="11" cy="10"/>
            </a:xfrm>
            <a:custGeom>
              <a:avLst/>
              <a:gdLst>
                <a:gd name="T0" fmla="*/ 5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5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89" name="Freeform 789">
              <a:extLst>
                <a:ext uri="{FF2B5EF4-FFF2-40B4-BE49-F238E27FC236}">
                  <a16:creationId xmlns:a16="http://schemas.microsoft.com/office/drawing/2014/main" id="{61E159D3-A798-9248-BB8F-715A3B0D2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4" y="1922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90" name="Freeform 790">
              <a:extLst>
                <a:ext uri="{FF2B5EF4-FFF2-40B4-BE49-F238E27FC236}">
                  <a16:creationId xmlns:a16="http://schemas.microsoft.com/office/drawing/2014/main" id="{FFCC544F-92DA-A344-9573-DB4965D5E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" y="1929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91" name="Freeform 791">
              <a:extLst>
                <a:ext uri="{FF2B5EF4-FFF2-40B4-BE49-F238E27FC236}">
                  <a16:creationId xmlns:a16="http://schemas.microsoft.com/office/drawing/2014/main" id="{3FEB4276-4499-3B45-8D34-348F182B66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1" y="1934"/>
              <a:ext cx="10" cy="11"/>
            </a:xfrm>
            <a:custGeom>
              <a:avLst/>
              <a:gdLst>
                <a:gd name="T0" fmla="*/ 6 w 20"/>
                <a:gd name="T1" fmla="*/ 0 h 21"/>
                <a:gd name="T2" fmla="*/ 0 w 20"/>
                <a:gd name="T3" fmla="*/ 13 h 21"/>
                <a:gd name="T4" fmla="*/ 14 w 20"/>
                <a:gd name="T5" fmla="*/ 21 h 21"/>
                <a:gd name="T6" fmla="*/ 20 w 20"/>
                <a:gd name="T7" fmla="*/ 7 h 21"/>
                <a:gd name="T8" fmla="*/ 6 w 20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21"/>
                <a:gd name="T17" fmla="*/ 20 w 20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20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92" name="Freeform 792">
              <a:extLst>
                <a:ext uri="{FF2B5EF4-FFF2-40B4-BE49-F238E27FC236}">
                  <a16:creationId xmlns:a16="http://schemas.microsoft.com/office/drawing/2014/main" id="{858794DF-001D-FC41-91DC-975A31210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" y="1941"/>
              <a:ext cx="8" cy="10"/>
            </a:xfrm>
            <a:custGeom>
              <a:avLst/>
              <a:gdLst>
                <a:gd name="T0" fmla="*/ 6 w 17"/>
                <a:gd name="T1" fmla="*/ 0 h 19"/>
                <a:gd name="T2" fmla="*/ 0 w 17"/>
                <a:gd name="T3" fmla="*/ 13 h 19"/>
                <a:gd name="T4" fmla="*/ 11 w 17"/>
                <a:gd name="T5" fmla="*/ 19 h 19"/>
                <a:gd name="T6" fmla="*/ 17 w 17"/>
                <a:gd name="T7" fmla="*/ 6 h 19"/>
                <a:gd name="T8" fmla="*/ 6 w 17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"/>
                <a:gd name="T16" fmla="*/ 0 h 19"/>
                <a:gd name="T17" fmla="*/ 17 w 17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" h="19">
                  <a:moveTo>
                    <a:pt x="6" y="0"/>
                  </a:moveTo>
                  <a:lnTo>
                    <a:pt x="0" y="13"/>
                  </a:lnTo>
                  <a:lnTo>
                    <a:pt x="11" y="19"/>
                  </a:lnTo>
                  <a:lnTo>
                    <a:pt x="17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793" name="Group 793">
            <a:extLst>
              <a:ext uri="{FF2B5EF4-FFF2-40B4-BE49-F238E27FC236}">
                <a16:creationId xmlns:a16="http://schemas.microsoft.com/office/drawing/2014/main" id="{E8A08F7F-E5B5-1347-A11A-A14D91705FD0}"/>
              </a:ext>
            </a:extLst>
          </p:cNvPr>
          <p:cNvGrpSpPr>
            <a:grpSpLocks/>
          </p:cNvGrpSpPr>
          <p:nvPr/>
        </p:nvGrpSpPr>
        <p:grpSpPr bwMode="auto">
          <a:xfrm>
            <a:off x="3265736" y="1883569"/>
            <a:ext cx="2827338" cy="1274762"/>
            <a:chOff x="2104" y="1592"/>
            <a:chExt cx="1781" cy="803"/>
          </a:xfrm>
        </p:grpSpPr>
        <p:sp>
          <p:nvSpPr>
            <p:cNvPr id="794" name="Freeform 794">
              <a:extLst>
                <a:ext uri="{FF2B5EF4-FFF2-40B4-BE49-F238E27FC236}">
                  <a16:creationId xmlns:a16="http://schemas.microsoft.com/office/drawing/2014/main" id="{21F66210-B170-9D4E-84CC-5B0435E75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1592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95" name="Freeform 795">
              <a:extLst>
                <a:ext uri="{FF2B5EF4-FFF2-40B4-BE49-F238E27FC236}">
                  <a16:creationId xmlns:a16="http://schemas.microsoft.com/office/drawing/2014/main" id="{E5213EFA-B365-8F44-A12A-FE818A1A8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7" y="1598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96" name="Freeform 796">
              <a:extLst>
                <a:ext uri="{FF2B5EF4-FFF2-40B4-BE49-F238E27FC236}">
                  <a16:creationId xmlns:a16="http://schemas.microsoft.com/office/drawing/2014/main" id="{90F98773-812F-5643-B7DA-E90564291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1" y="1604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97" name="Freeform 797">
              <a:extLst>
                <a:ext uri="{FF2B5EF4-FFF2-40B4-BE49-F238E27FC236}">
                  <a16:creationId xmlns:a16="http://schemas.microsoft.com/office/drawing/2014/main" id="{4C1E9778-7599-6742-AB78-EE3574CD0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5" y="1610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98" name="Freeform 798">
              <a:extLst>
                <a:ext uri="{FF2B5EF4-FFF2-40B4-BE49-F238E27FC236}">
                  <a16:creationId xmlns:a16="http://schemas.microsoft.com/office/drawing/2014/main" id="{1AA4F324-315B-984E-A805-588FB9E92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9" y="1617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99" name="Freeform 799">
              <a:extLst>
                <a:ext uri="{FF2B5EF4-FFF2-40B4-BE49-F238E27FC236}">
                  <a16:creationId xmlns:a16="http://schemas.microsoft.com/office/drawing/2014/main" id="{135F8AA0-B7E3-FA4F-BC17-91B851E71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3" y="1622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0" name="Freeform 800">
              <a:extLst>
                <a:ext uri="{FF2B5EF4-FFF2-40B4-BE49-F238E27FC236}">
                  <a16:creationId xmlns:a16="http://schemas.microsoft.com/office/drawing/2014/main" id="{CEC7C01F-FB88-CB42-857B-95F903B62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1629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1" name="Freeform 801">
              <a:extLst>
                <a:ext uri="{FF2B5EF4-FFF2-40B4-BE49-F238E27FC236}">
                  <a16:creationId xmlns:a16="http://schemas.microsoft.com/office/drawing/2014/main" id="{3A738C4C-3473-5745-8AE0-6472C109F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1" y="1635"/>
              <a:ext cx="9" cy="10"/>
            </a:xfrm>
            <a:custGeom>
              <a:avLst/>
              <a:gdLst>
                <a:gd name="T0" fmla="*/ 6 w 19"/>
                <a:gd name="T1" fmla="*/ 0 h 20"/>
                <a:gd name="T2" fmla="*/ 0 w 19"/>
                <a:gd name="T3" fmla="*/ 13 h 20"/>
                <a:gd name="T4" fmla="*/ 14 w 19"/>
                <a:gd name="T5" fmla="*/ 20 h 20"/>
                <a:gd name="T6" fmla="*/ 19 w 19"/>
                <a:gd name="T7" fmla="*/ 7 h 20"/>
                <a:gd name="T8" fmla="*/ 6 w 1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6" y="0"/>
                  </a:moveTo>
                  <a:lnTo>
                    <a:pt x="0" y="13"/>
                  </a:lnTo>
                  <a:lnTo>
                    <a:pt x="14" y="20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2" name="Freeform 802">
              <a:extLst>
                <a:ext uri="{FF2B5EF4-FFF2-40B4-BE49-F238E27FC236}">
                  <a16:creationId xmlns:a16="http://schemas.microsoft.com/office/drawing/2014/main" id="{34BAC255-3C9C-6E47-AF3E-86F9AF00AE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4" y="1641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3" name="Freeform 803">
              <a:extLst>
                <a:ext uri="{FF2B5EF4-FFF2-40B4-BE49-F238E27FC236}">
                  <a16:creationId xmlns:a16="http://schemas.microsoft.com/office/drawing/2014/main" id="{974E2041-8F73-8E45-8294-68A53E65AA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8" y="1647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4" name="Freeform 804">
              <a:extLst>
                <a:ext uri="{FF2B5EF4-FFF2-40B4-BE49-F238E27FC236}">
                  <a16:creationId xmlns:a16="http://schemas.microsoft.com/office/drawing/2014/main" id="{661D0F73-B626-5E41-9D50-DC9DC0B6E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2" y="1654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5" name="Freeform 805">
              <a:extLst>
                <a:ext uri="{FF2B5EF4-FFF2-40B4-BE49-F238E27FC236}">
                  <a16:creationId xmlns:a16="http://schemas.microsoft.com/office/drawing/2014/main" id="{16258B3D-DE70-A44D-8A09-178EDC515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1660"/>
              <a:ext cx="9" cy="10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6" name="Freeform 806">
              <a:extLst>
                <a:ext uri="{FF2B5EF4-FFF2-40B4-BE49-F238E27FC236}">
                  <a16:creationId xmlns:a16="http://schemas.microsoft.com/office/drawing/2014/main" id="{27E8B660-D8F5-E14D-9659-8150E664C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666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7" name="Freeform 807">
              <a:extLst>
                <a:ext uri="{FF2B5EF4-FFF2-40B4-BE49-F238E27FC236}">
                  <a16:creationId xmlns:a16="http://schemas.microsoft.com/office/drawing/2014/main" id="{AB3F5471-2F53-E344-8925-C2ABF1ACD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1672"/>
              <a:ext cx="11" cy="10"/>
            </a:xfrm>
            <a:custGeom>
              <a:avLst/>
              <a:gdLst>
                <a:gd name="T0" fmla="*/ 5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7 h 21"/>
                <a:gd name="T8" fmla="*/ 5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5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7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8" name="Freeform 808">
              <a:extLst>
                <a:ext uri="{FF2B5EF4-FFF2-40B4-BE49-F238E27FC236}">
                  <a16:creationId xmlns:a16="http://schemas.microsoft.com/office/drawing/2014/main" id="{0F94BF65-DD41-9642-ADC3-2590B21DFA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8" y="1679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09" name="Freeform 809">
              <a:extLst>
                <a:ext uri="{FF2B5EF4-FFF2-40B4-BE49-F238E27FC236}">
                  <a16:creationId xmlns:a16="http://schemas.microsoft.com/office/drawing/2014/main" id="{4DA0B084-ED9C-0B48-B77B-DFD7307F1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2" y="1685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10" name="Freeform 810">
              <a:extLst>
                <a:ext uri="{FF2B5EF4-FFF2-40B4-BE49-F238E27FC236}">
                  <a16:creationId xmlns:a16="http://schemas.microsoft.com/office/drawing/2014/main" id="{D4949143-FB1E-0143-BD9B-ACE688700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1691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11" name="Freeform 811">
              <a:extLst>
                <a:ext uri="{FF2B5EF4-FFF2-40B4-BE49-F238E27FC236}">
                  <a16:creationId xmlns:a16="http://schemas.microsoft.com/office/drawing/2014/main" id="{253C1744-8EE5-5C4A-B894-C782A595A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9" y="1698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12" name="Freeform 812">
              <a:extLst>
                <a:ext uri="{FF2B5EF4-FFF2-40B4-BE49-F238E27FC236}">
                  <a16:creationId xmlns:a16="http://schemas.microsoft.com/office/drawing/2014/main" id="{CB737057-DD53-114C-9C6A-46CE2CCE5F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3" y="1703"/>
              <a:ext cx="10" cy="10"/>
            </a:xfrm>
            <a:custGeom>
              <a:avLst/>
              <a:gdLst>
                <a:gd name="T0" fmla="*/ 5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5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13" name="Freeform 813">
              <a:extLst>
                <a:ext uri="{FF2B5EF4-FFF2-40B4-BE49-F238E27FC236}">
                  <a16:creationId xmlns:a16="http://schemas.microsoft.com/office/drawing/2014/main" id="{D3245E15-DB82-CA48-8EF2-CCFF457DD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7" y="1710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14" name="Freeform 814">
              <a:extLst>
                <a:ext uri="{FF2B5EF4-FFF2-40B4-BE49-F238E27FC236}">
                  <a16:creationId xmlns:a16="http://schemas.microsoft.com/office/drawing/2014/main" id="{C89FEA24-5BE2-5F46-B80F-3E9E11139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1" y="1716"/>
              <a:ext cx="10" cy="10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15" name="Freeform 815">
              <a:extLst>
                <a:ext uri="{FF2B5EF4-FFF2-40B4-BE49-F238E27FC236}">
                  <a16:creationId xmlns:a16="http://schemas.microsoft.com/office/drawing/2014/main" id="{AFD8CCA2-5156-AA40-AF36-544A1F531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1722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16" name="Freeform 816">
              <a:extLst>
                <a:ext uri="{FF2B5EF4-FFF2-40B4-BE49-F238E27FC236}">
                  <a16:creationId xmlns:a16="http://schemas.microsoft.com/office/drawing/2014/main" id="{635A550D-E38C-9446-AAF7-0EADF4E00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1728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17" name="Freeform 817">
              <a:extLst>
                <a:ext uri="{FF2B5EF4-FFF2-40B4-BE49-F238E27FC236}">
                  <a16:creationId xmlns:a16="http://schemas.microsoft.com/office/drawing/2014/main" id="{DC918666-6A8B-F844-9D11-C52939B6B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" y="1735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6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6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18" name="Freeform 818">
              <a:extLst>
                <a:ext uri="{FF2B5EF4-FFF2-40B4-BE49-F238E27FC236}">
                  <a16:creationId xmlns:a16="http://schemas.microsoft.com/office/drawing/2014/main" id="{9334490E-2014-8A47-ABE6-05916F68E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7" y="1740"/>
              <a:ext cx="9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19" name="Freeform 819">
              <a:extLst>
                <a:ext uri="{FF2B5EF4-FFF2-40B4-BE49-F238E27FC236}">
                  <a16:creationId xmlns:a16="http://schemas.microsoft.com/office/drawing/2014/main" id="{67490DC5-3D0D-5441-899B-528AE92EC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" y="1747"/>
              <a:ext cx="9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0" name="Freeform 820">
              <a:extLst>
                <a:ext uri="{FF2B5EF4-FFF2-40B4-BE49-F238E27FC236}">
                  <a16:creationId xmlns:a16="http://schemas.microsoft.com/office/drawing/2014/main" id="{2D813F24-B110-664D-B2B7-E0F46A9A8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1753"/>
              <a:ext cx="11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4 h 21"/>
                <a:gd name="T4" fmla="*/ 15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4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1" name="Freeform 821">
              <a:extLst>
                <a:ext uri="{FF2B5EF4-FFF2-40B4-BE49-F238E27FC236}">
                  <a16:creationId xmlns:a16="http://schemas.microsoft.com/office/drawing/2014/main" id="{AF2BE441-8CEE-4F4D-BEE3-18096FFD74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8" y="1759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2" name="Freeform 822">
              <a:extLst>
                <a:ext uri="{FF2B5EF4-FFF2-40B4-BE49-F238E27FC236}">
                  <a16:creationId xmlns:a16="http://schemas.microsoft.com/office/drawing/2014/main" id="{B6B5AC3B-D303-2F4D-B3A3-6DB6CDA06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" y="1766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6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6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3" name="Freeform 823">
              <a:extLst>
                <a:ext uri="{FF2B5EF4-FFF2-40B4-BE49-F238E27FC236}">
                  <a16:creationId xmlns:a16="http://schemas.microsoft.com/office/drawing/2014/main" id="{2D3F6902-DFBF-BB42-AE3E-6E151B06E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" y="1772"/>
              <a:ext cx="9" cy="9"/>
            </a:xfrm>
            <a:custGeom>
              <a:avLst/>
              <a:gdLst>
                <a:gd name="T0" fmla="*/ 6 w 19"/>
                <a:gd name="T1" fmla="*/ 0 h 20"/>
                <a:gd name="T2" fmla="*/ 0 w 19"/>
                <a:gd name="T3" fmla="*/ 14 h 20"/>
                <a:gd name="T4" fmla="*/ 13 w 19"/>
                <a:gd name="T5" fmla="*/ 20 h 20"/>
                <a:gd name="T6" fmla="*/ 19 w 19"/>
                <a:gd name="T7" fmla="*/ 6 h 20"/>
                <a:gd name="T8" fmla="*/ 6 w 1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6" y="0"/>
                  </a:moveTo>
                  <a:lnTo>
                    <a:pt x="0" y="14"/>
                  </a:lnTo>
                  <a:lnTo>
                    <a:pt x="13" y="20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4" name="Freeform 824">
              <a:extLst>
                <a:ext uri="{FF2B5EF4-FFF2-40B4-BE49-F238E27FC236}">
                  <a16:creationId xmlns:a16="http://schemas.microsoft.com/office/drawing/2014/main" id="{AE99C3A3-79D8-6542-AA2B-0A331C0F6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1778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5" name="Freeform 825">
              <a:extLst>
                <a:ext uri="{FF2B5EF4-FFF2-40B4-BE49-F238E27FC236}">
                  <a16:creationId xmlns:a16="http://schemas.microsoft.com/office/drawing/2014/main" id="{72977889-7AEC-934A-96BD-A301C53B1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1784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6" name="Freeform 826">
              <a:extLst>
                <a:ext uri="{FF2B5EF4-FFF2-40B4-BE49-F238E27FC236}">
                  <a16:creationId xmlns:a16="http://schemas.microsoft.com/office/drawing/2014/main" id="{353A7AD1-38FB-A647-A368-387E1B7E6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1791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7" name="Freeform 827">
              <a:extLst>
                <a:ext uri="{FF2B5EF4-FFF2-40B4-BE49-F238E27FC236}">
                  <a16:creationId xmlns:a16="http://schemas.microsoft.com/office/drawing/2014/main" id="{B692B8CA-BFD2-6340-83FF-9B02627D1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1" y="1796"/>
              <a:ext cx="11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8" name="Freeform 828">
              <a:extLst>
                <a:ext uri="{FF2B5EF4-FFF2-40B4-BE49-F238E27FC236}">
                  <a16:creationId xmlns:a16="http://schemas.microsoft.com/office/drawing/2014/main" id="{08216064-8B9A-CE43-A468-3C28F458C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1803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29" name="Freeform 829">
              <a:extLst>
                <a:ext uri="{FF2B5EF4-FFF2-40B4-BE49-F238E27FC236}">
                  <a16:creationId xmlns:a16="http://schemas.microsoft.com/office/drawing/2014/main" id="{CE7AA435-9977-764D-9911-BDCA6B2F7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0" y="1809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30" name="Freeform 830">
              <a:extLst>
                <a:ext uri="{FF2B5EF4-FFF2-40B4-BE49-F238E27FC236}">
                  <a16:creationId xmlns:a16="http://schemas.microsoft.com/office/drawing/2014/main" id="{A0DD35A8-7B52-A649-9BC3-B26B3DACD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1815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31" name="Freeform 831">
              <a:extLst>
                <a:ext uri="{FF2B5EF4-FFF2-40B4-BE49-F238E27FC236}">
                  <a16:creationId xmlns:a16="http://schemas.microsoft.com/office/drawing/2014/main" id="{A82FD989-CD21-2540-80D2-724EECDA4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" y="1821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32" name="Freeform 832">
              <a:extLst>
                <a:ext uri="{FF2B5EF4-FFF2-40B4-BE49-F238E27FC236}">
                  <a16:creationId xmlns:a16="http://schemas.microsoft.com/office/drawing/2014/main" id="{4F06E9DF-DB06-3B42-9828-EDCB27F57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1828"/>
              <a:ext cx="10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33" name="Freeform 833">
              <a:extLst>
                <a:ext uri="{FF2B5EF4-FFF2-40B4-BE49-F238E27FC236}">
                  <a16:creationId xmlns:a16="http://schemas.microsoft.com/office/drawing/2014/main" id="{C1D7A245-DCAA-E84D-A8BA-0623AF808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5" y="1834"/>
              <a:ext cx="9" cy="10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34" name="Freeform 834">
              <a:extLst>
                <a:ext uri="{FF2B5EF4-FFF2-40B4-BE49-F238E27FC236}">
                  <a16:creationId xmlns:a16="http://schemas.microsoft.com/office/drawing/2014/main" id="{3FEA418F-AFF8-D644-B820-19D07FF09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9" y="1840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35" name="Freeform 835">
              <a:extLst>
                <a:ext uri="{FF2B5EF4-FFF2-40B4-BE49-F238E27FC236}">
                  <a16:creationId xmlns:a16="http://schemas.microsoft.com/office/drawing/2014/main" id="{672AF7B8-856C-CC41-9051-2F3386E74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2" y="1847"/>
              <a:ext cx="11" cy="9"/>
            </a:xfrm>
            <a:custGeom>
              <a:avLst/>
              <a:gdLst>
                <a:gd name="T0" fmla="*/ 5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5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36" name="Freeform 836">
              <a:extLst>
                <a:ext uri="{FF2B5EF4-FFF2-40B4-BE49-F238E27FC236}">
                  <a16:creationId xmlns:a16="http://schemas.microsoft.com/office/drawing/2014/main" id="{CD032955-8174-674C-99D7-7D9FC32B9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7" y="1853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37" name="Freeform 837">
              <a:extLst>
                <a:ext uri="{FF2B5EF4-FFF2-40B4-BE49-F238E27FC236}">
                  <a16:creationId xmlns:a16="http://schemas.microsoft.com/office/drawing/2014/main" id="{AF6B58D1-8427-DF40-B536-D4296D61F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1859"/>
              <a:ext cx="10" cy="10"/>
            </a:xfrm>
            <a:custGeom>
              <a:avLst/>
              <a:gdLst>
                <a:gd name="T0" fmla="*/ 6 w 21"/>
                <a:gd name="T1" fmla="*/ 0 h 20"/>
                <a:gd name="T2" fmla="*/ 0 w 21"/>
                <a:gd name="T3" fmla="*/ 14 h 20"/>
                <a:gd name="T4" fmla="*/ 15 w 21"/>
                <a:gd name="T5" fmla="*/ 20 h 20"/>
                <a:gd name="T6" fmla="*/ 21 w 21"/>
                <a:gd name="T7" fmla="*/ 6 h 20"/>
                <a:gd name="T8" fmla="*/ 6 w 21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0"/>
                <a:gd name="T17" fmla="*/ 21 w 21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0">
                  <a:moveTo>
                    <a:pt x="6" y="0"/>
                  </a:moveTo>
                  <a:lnTo>
                    <a:pt x="0" y="14"/>
                  </a:lnTo>
                  <a:lnTo>
                    <a:pt x="15" y="20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38" name="Freeform 838">
              <a:extLst>
                <a:ext uri="{FF2B5EF4-FFF2-40B4-BE49-F238E27FC236}">
                  <a16:creationId xmlns:a16="http://schemas.microsoft.com/office/drawing/2014/main" id="{8FD095CE-2B51-1445-A45A-3F494232D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4" y="1865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39" name="Freeform 839">
              <a:extLst>
                <a:ext uri="{FF2B5EF4-FFF2-40B4-BE49-F238E27FC236}">
                  <a16:creationId xmlns:a16="http://schemas.microsoft.com/office/drawing/2014/main" id="{371364F6-6F31-2146-8BCD-6FF4D7D20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1872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0" name="Freeform 840">
              <a:extLst>
                <a:ext uri="{FF2B5EF4-FFF2-40B4-BE49-F238E27FC236}">
                  <a16:creationId xmlns:a16="http://schemas.microsoft.com/office/drawing/2014/main" id="{D92DCF06-950A-684B-A20A-062A8E28E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2" y="1877"/>
              <a:ext cx="10" cy="10"/>
            </a:xfrm>
            <a:custGeom>
              <a:avLst/>
              <a:gdLst>
                <a:gd name="T0" fmla="*/ 5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5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1" name="Freeform 841">
              <a:extLst>
                <a:ext uri="{FF2B5EF4-FFF2-40B4-BE49-F238E27FC236}">
                  <a16:creationId xmlns:a16="http://schemas.microsoft.com/office/drawing/2014/main" id="{BED5AEC0-60F3-7946-A6AF-FE324A1B3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6" y="1884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2" name="Freeform 842">
              <a:extLst>
                <a:ext uri="{FF2B5EF4-FFF2-40B4-BE49-F238E27FC236}">
                  <a16:creationId xmlns:a16="http://schemas.microsoft.com/office/drawing/2014/main" id="{092442E2-97FC-4A49-BCC4-83B9CF5BF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1890"/>
              <a:ext cx="11" cy="10"/>
            </a:xfrm>
            <a:custGeom>
              <a:avLst/>
              <a:gdLst>
                <a:gd name="T0" fmla="*/ 5 w 21"/>
                <a:gd name="T1" fmla="*/ 0 h 21"/>
                <a:gd name="T2" fmla="*/ 0 w 21"/>
                <a:gd name="T3" fmla="*/ 14 h 21"/>
                <a:gd name="T4" fmla="*/ 15 w 21"/>
                <a:gd name="T5" fmla="*/ 21 h 21"/>
                <a:gd name="T6" fmla="*/ 21 w 21"/>
                <a:gd name="T7" fmla="*/ 8 h 21"/>
                <a:gd name="T8" fmla="*/ 5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5" y="0"/>
                  </a:moveTo>
                  <a:lnTo>
                    <a:pt x="0" y="14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3" name="Freeform 843">
              <a:extLst>
                <a:ext uri="{FF2B5EF4-FFF2-40B4-BE49-F238E27FC236}">
                  <a16:creationId xmlns:a16="http://schemas.microsoft.com/office/drawing/2014/main" id="{A390267C-A5E7-ED4C-B65E-F91F7ECD0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896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4" name="Freeform 844">
              <a:extLst>
                <a:ext uri="{FF2B5EF4-FFF2-40B4-BE49-F238E27FC236}">
                  <a16:creationId xmlns:a16="http://schemas.microsoft.com/office/drawing/2014/main" id="{C10F1E86-4D5F-7446-B182-5101AC0F9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1902"/>
              <a:ext cx="9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5" name="Freeform 845">
              <a:extLst>
                <a:ext uri="{FF2B5EF4-FFF2-40B4-BE49-F238E27FC236}">
                  <a16:creationId xmlns:a16="http://schemas.microsoft.com/office/drawing/2014/main" id="{054CA2C4-88B9-DF4E-91FA-267563F8D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1909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6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6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6" name="Freeform 846">
              <a:extLst>
                <a:ext uri="{FF2B5EF4-FFF2-40B4-BE49-F238E27FC236}">
                  <a16:creationId xmlns:a16="http://schemas.microsoft.com/office/drawing/2014/main" id="{B18CD0BA-DC2A-4E4C-8C7F-497C7240A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1914"/>
              <a:ext cx="9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7" name="Freeform 847">
              <a:extLst>
                <a:ext uri="{FF2B5EF4-FFF2-40B4-BE49-F238E27FC236}">
                  <a16:creationId xmlns:a16="http://schemas.microsoft.com/office/drawing/2014/main" id="{A32BB3B7-9FB4-EE4C-A9D0-C18F99AA0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1921"/>
              <a:ext cx="9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8" name="Freeform 848">
              <a:extLst>
                <a:ext uri="{FF2B5EF4-FFF2-40B4-BE49-F238E27FC236}">
                  <a16:creationId xmlns:a16="http://schemas.microsoft.com/office/drawing/2014/main" id="{4A2205AA-AD64-AF4D-91A6-3211926DD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1927"/>
              <a:ext cx="10" cy="10"/>
            </a:xfrm>
            <a:custGeom>
              <a:avLst/>
              <a:gdLst>
                <a:gd name="T0" fmla="*/ 6 w 19"/>
                <a:gd name="T1" fmla="*/ 0 h 20"/>
                <a:gd name="T2" fmla="*/ 0 w 19"/>
                <a:gd name="T3" fmla="*/ 13 h 20"/>
                <a:gd name="T4" fmla="*/ 13 w 19"/>
                <a:gd name="T5" fmla="*/ 20 h 20"/>
                <a:gd name="T6" fmla="*/ 19 w 19"/>
                <a:gd name="T7" fmla="*/ 7 h 20"/>
                <a:gd name="T8" fmla="*/ 6 w 1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6" y="0"/>
                  </a:moveTo>
                  <a:lnTo>
                    <a:pt x="0" y="13"/>
                  </a:lnTo>
                  <a:lnTo>
                    <a:pt x="13" y="20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49" name="Freeform 849">
              <a:extLst>
                <a:ext uri="{FF2B5EF4-FFF2-40B4-BE49-F238E27FC236}">
                  <a16:creationId xmlns:a16="http://schemas.microsoft.com/office/drawing/2014/main" id="{6033D866-D630-4C40-B222-2D6E9D62B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" y="1933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50" name="Freeform 850">
              <a:extLst>
                <a:ext uri="{FF2B5EF4-FFF2-40B4-BE49-F238E27FC236}">
                  <a16:creationId xmlns:a16="http://schemas.microsoft.com/office/drawing/2014/main" id="{4DE9B75A-FD15-4144-BAD1-59787AD72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1940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6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6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51" name="Freeform 851">
              <a:extLst>
                <a:ext uri="{FF2B5EF4-FFF2-40B4-BE49-F238E27FC236}">
                  <a16:creationId xmlns:a16="http://schemas.microsoft.com/office/drawing/2014/main" id="{37978418-FD9D-E245-932E-411DBDDB7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1946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52" name="Freeform 852">
              <a:extLst>
                <a:ext uri="{FF2B5EF4-FFF2-40B4-BE49-F238E27FC236}">
                  <a16:creationId xmlns:a16="http://schemas.microsoft.com/office/drawing/2014/main" id="{D0552F0A-9B6D-394E-B218-BBFB7ED8B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9" y="1952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53" name="Freeform 853">
              <a:extLst>
                <a:ext uri="{FF2B5EF4-FFF2-40B4-BE49-F238E27FC236}">
                  <a16:creationId xmlns:a16="http://schemas.microsoft.com/office/drawing/2014/main" id="{17023A78-6000-FE40-ABCF-4DACF98D2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3" y="1958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54" name="Freeform 854">
              <a:extLst>
                <a:ext uri="{FF2B5EF4-FFF2-40B4-BE49-F238E27FC236}">
                  <a16:creationId xmlns:a16="http://schemas.microsoft.com/office/drawing/2014/main" id="{1FD0C7C9-427E-7944-8B7F-19EB747B1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1965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55" name="Freeform 855">
              <a:extLst>
                <a:ext uri="{FF2B5EF4-FFF2-40B4-BE49-F238E27FC236}">
                  <a16:creationId xmlns:a16="http://schemas.microsoft.com/office/drawing/2014/main" id="{5CB6B753-1890-8E46-89F3-2583F413F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0" y="1971"/>
              <a:ext cx="11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56" name="Freeform 856">
              <a:extLst>
                <a:ext uri="{FF2B5EF4-FFF2-40B4-BE49-F238E27FC236}">
                  <a16:creationId xmlns:a16="http://schemas.microsoft.com/office/drawing/2014/main" id="{78141056-1D5A-E142-9743-478B4A75C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4" y="1977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57" name="Freeform 857">
              <a:extLst>
                <a:ext uri="{FF2B5EF4-FFF2-40B4-BE49-F238E27FC236}">
                  <a16:creationId xmlns:a16="http://schemas.microsoft.com/office/drawing/2014/main" id="{4D95AA11-7DFC-C046-927D-66B677580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" y="1983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58" name="Freeform 858">
              <a:extLst>
                <a:ext uri="{FF2B5EF4-FFF2-40B4-BE49-F238E27FC236}">
                  <a16:creationId xmlns:a16="http://schemas.microsoft.com/office/drawing/2014/main" id="{EE6FF2E8-2D42-3846-9A34-C6DF051AE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2" y="1990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59" name="Freeform 859">
              <a:extLst>
                <a:ext uri="{FF2B5EF4-FFF2-40B4-BE49-F238E27FC236}">
                  <a16:creationId xmlns:a16="http://schemas.microsoft.com/office/drawing/2014/main" id="{E900224B-2CC5-6949-8629-65CE46B10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6" y="1995"/>
              <a:ext cx="10" cy="11"/>
            </a:xfrm>
            <a:custGeom>
              <a:avLst/>
              <a:gdLst>
                <a:gd name="T0" fmla="*/ 6 w 19"/>
                <a:gd name="T1" fmla="*/ 0 h 20"/>
                <a:gd name="T2" fmla="*/ 0 w 19"/>
                <a:gd name="T3" fmla="*/ 13 h 20"/>
                <a:gd name="T4" fmla="*/ 14 w 19"/>
                <a:gd name="T5" fmla="*/ 20 h 20"/>
                <a:gd name="T6" fmla="*/ 19 w 19"/>
                <a:gd name="T7" fmla="*/ 7 h 20"/>
                <a:gd name="T8" fmla="*/ 6 w 1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6" y="0"/>
                  </a:moveTo>
                  <a:lnTo>
                    <a:pt x="0" y="13"/>
                  </a:lnTo>
                  <a:lnTo>
                    <a:pt x="14" y="20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0" name="Freeform 860">
              <a:extLst>
                <a:ext uri="{FF2B5EF4-FFF2-40B4-BE49-F238E27FC236}">
                  <a16:creationId xmlns:a16="http://schemas.microsoft.com/office/drawing/2014/main" id="{9B4942CB-F6D1-B743-BB38-EC6F1EA1F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0" y="2002"/>
              <a:ext cx="10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1" name="Freeform 861">
              <a:extLst>
                <a:ext uri="{FF2B5EF4-FFF2-40B4-BE49-F238E27FC236}">
                  <a16:creationId xmlns:a16="http://schemas.microsoft.com/office/drawing/2014/main" id="{12EC0BE6-E280-AF4B-8F93-2F482E42D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4" y="2008"/>
              <a:ext cx="9" cy="10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2" name="Freeform 862">
              <a:extLst>
                <a:ext uri="{FF2B5EF4-FFF2-40B4-BE49-F238E27FC236}">
                  <a16:creationId xmlns:a16="http://schemas.microsoft.com/office/drawing/2014/main" id="{99034E4E-8F03-094E-9001-6FF2CDA29A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" y="2014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3" name="Freeform 863">
              <a:extLst>
                <a:ext uri="{FF2B5EF4-FFF2-40B4-BE49-F238E27FC236}">
                  <a16:creationId xmlns:a16="http://schemas.microsoft.com/office/drawing/2014/main" id="{9AB32C68-6C8D-5A44-8914-273F11C05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1" y="2021"/>
              <a:ext cx="10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4" name="Freeform 864">
              <a:extLst>
                <a:ext uri="{FF2B5EF4-FFF2-40B4-BE49-F238E27FC236}">
                  <a16:creationId xmlns:a16="http://schemas.microsoft.com/office/drawing/2014/main" id="{84E68174-62DC-DF47-9EBE-3F172772B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6" y="2027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5" name="Freeform 865">
              <a:extLst>
                <a:ext uri="{FF2B5EF4-FFF2-40B4-BE49-F238E27FC236}">
                  <a16:creationId xmlns:a16="http://schemas.microsoft.com/office/drawing/2014/main" id="{5AF11C5C-129B-8B40-ABD5-1A47B2E44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9" y="2033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6" name="Freeform 866">
              <a:extLst>
                <a:ext uri="{FF2B5EF4-FFF2-40B4-BE49-F238E27FC236}">
                  <a16:creationId xmlns:a16="http://schemas.microsoft.com/office/drawing/2014/main" id="{305AC4F2-99EA-C841-9D27-0F2A5C2DC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" y="2039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7" name="Freeform 867">
              <a:extLst>
                <a:ext uri="{FF2B5EF4-FFF2-40B4-BE49-F238E27FC236}">
                  <a16:creationId xmlns:a16="http://schemas.microsoft.com/office/drawing/2014/main" id="{C21820A3-2D62-3443-BCA0-5E9F17B7D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" y="2046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8" name="Freeform 868">
              <a:extLst>
                <a:ext uri="{FF2B5EF4-FFF2-40B4-BE49-F238E27FC236}">
                  <a16:creationId xmlns:a16="http://schemas.microsoft.com/office/drawing/2014/main" id="{C5A37861-C9D7-8646-9BA7-AE7E2B029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1" y="2051"/>
              <a:ext cx="9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69" name="Freeform 869">
              <a:extLst>
                <a:ext uri="{FF2B5EF4-FFF2-40B4-BE49-F238E27FC236}">
                  <a16:creationId xmlns:a16="http://schemas.microsoft.com/office/drawing/2014/main" id="{301C122D-0E2D-1046-911A-62739663A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5" y="2058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70" name="Freeform 870">
              <a:extLst>
                <a:ext uri="{FF2B5EF4-FFF2-40B4-BE49-F238E27FC236}">
                  <a16:creationId xmlns:a16="http://schemas.microsoft.com/office/drawing/2014/main" id="{EFE55294-07FD-364B-8074-F7E10CC49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8" y="2064"/>
              <a:ext cx="11" cy="10"/>
            </a:xfrm>
            <a:custGeom>
              <a:avLst/>
              <a:gdLst>
                <a:gd name="T0" fmla="*/ 5 w 21"/>
                <a:gd name="T1" fmla="*/ 0 h 21"/>
                <a:gd name="T2" fmla="*/ 0 w 21"/>
                <a:gd name="T3" fmla="*/ 14 h 21"/>
                <a:gd name="T4" fmla="*/ 15 w 21"/>
                <a:gd name="T5" fmla="*/ 21 h 21"/>
                <a:gd name="T6" fmla="*/ 21 w 21"/>
                <a:gd name="T7" fmla="*/ 8 h 21"/>
                <a:gd name="T8" fmla="*/ 5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5" y="0"/>
                  </a:moveTo>
                  <a:lnTo>
                    <a:pt x="0" y="14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71" name="Freeform 871">
              <a:extLst>
                <a:ext uri="{FF2B5EF4-FFF2-40B4-BE49-F238E27FC236}">
                  <a16:creationId xmlns:a16="http://schemas.microsoft.com/office/drawing/2014/main" id="{C3081157-2B1B-314E-AE1B-2D3C2371B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3" y="2070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72" name="Freeform 872">
              <a:extLst>
                <a:ext uri="{FF2B5EF4-FFF2-40B4-BE49-F238E27FC236}">
                  <a16:creationId xmlns:a16="http://schemas.microsoft.com/office/drawing/2014/main" id="{0803B63A-A9E8-4D40-9A17-041E63C2C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" y="2076"/>
              <a:ext cx="9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73" name="Freeform 873">
              <a:extLst>
                <a:ext uri="{FF2B5EF4-FFF2-40B4-BE49-F238E27FC236}">
                  <a16:creationId xmlns:a16="http://schemas.microsoft.com/office/drawing/2014/main" id="{3559EF7F-2EAD-4745-80F8-EC80A87F9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083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6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6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74" name="Freeform 874">
              <a:extLst>
                <a:ext uri="{FF2B5EF4-FFF2-40B4-BE49-F238E27FC236}">
                  <a16:creationId xmlns:a16="http://schemas.microsoft.com/office/drawing/2014/main" id="{A20314BF-BEC6-6A4F-883D-1A6A5DB80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2088"/>
              <a:ext cx="9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75" name="Freeform 875">
              <a:extLst>
                <a:ext uri="{FF2B5EF4-FFF2-40B4-BE49-F238E27FC236}">
                  <a16:creationId xmlns:a16="http://schemas.microsoft.com/office/drawing/2014/main" id="{50674F70-A89D-5E4F-81E7-CCB72DD00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" y="2095"/>
              <a:ext cx="10" cy="10"/>
            </a:xfrm>
            <a:custGeom>
              <a:avLst/>
              <a:gdLst>
                <a:gd name="T0" fmla="*/ 5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5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5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76" name="Freeform 876">
              <a:extLst>
                <a:ext uri="{FF2B5EF4-FFF2-40B4-BE49-F238E27FC236}">
                  <a16:creationId xmlns:a16="http://schemas.microsoft.com/office/drawing/2014/main" id="{0154EFF8-2F74-F64E-8E73-8FFECB8EB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2" y="2102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77" name="Freeform 877">
              <a:extLst>
                <a:ext uri="{FF2B5EF4-FFF2-40B4-BE49-F238E27FC236}">
                  <a16:creationId xmlns:a16="http://schemas.microsoft.com/office/drawing/2014/main" id="{869CB7BE-3354-D744-AD9F-6F9FFBFB1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107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78" name="Freeform 878">
              <a:extLst>
                <a:ext uri="{FF2B5EF4-FFF2-40B4-BE49-F238E27FC236}">
                  <a16:creationId xmlns:a16="http://schemas.microsoft.com/office/drawing/2014/main" id="{84D4E31E-EF34-F944-B0F7-D6FCAFFA1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2114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6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6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79" name="Freeform 879">
              <a:extLst>
                <a:ext uri="{FF2B5EF4-FFF2-40B4-BE49-F238E27FC236}">
                  <a16:creationId xmlns:a16="http://schemas.microsoft.com/office/drawing/2014/main" id="{19F2C77C-3913-4A42-8425-3F1D582E4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4" y="2120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0" name="Freeform 880">
              <a:extLst>
                <a:ext uri="{FF2B5EF4-FFF2-40B4-BE49-F238E27FC236}">
                  <a16:creationId xmlns:a16="http://schemas.microsoft.com/office/drawing/2014/main" id="{0A6831F8-5B61-1641-949B-896B364B6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2127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6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6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1" name="Freeform 881">
              <a:extLst>
                <a:ext uri="{FF2B5EF4-FFF2-40B4-BE49-F238E27FC236}">
                  <a16:creationId xmlns:a16="http://schemas.microsoft.com/office/drawing/2014/main" id="{704B3008-FA7A-A14B-A0E0-A0816E03E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132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2" name="Freeform 882">
              <a:extLst>
                <a:ext uri="{FF2B5EF4-FFF2-40B4-BE49-F238E27FC236}">
                  <a16:creationId xmlns:a16="http://schemas.microsoft.com/office/drawing/2014/main" id="{F3D083FB-28DF-AF47-8A26-110F8C2C8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6" y="2139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3" name="Freeform 883">
              <a:extLst>
                <a:ext uri="{FF2B5EF4-FFF2-40B4-BE49-F238E27FC236}">
                  <a16:creationId xmlns:a16="http://schemas.microsoft.com/office/drawing/2014/main" id="{985C00AF-8DED-DD4C-B3B6-504093312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" y="2145"/>
              <a:ext cx="11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4" name="Freeform 884">
              <a:extLst>
                <a:ext uri="{FF2B5EF4-FFF2-40B4-BE49-F238E27FC236}">
                  <a16:creationId xmlns:a16="http://schemas.microsoft.com/office/drawing/2014/main" id="{0FD4A75C-D273-D74C-BB38-DF7DBD807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3" y="2151"/>
              <a:ext cx="10" cy="10"/>
            </a:xfrm>
            <a:custGeom>
              <a:avLst/>
              <a:gdLst>
                <a:gd name="T0" fmla="*/ 5 w 19"/>
                <a:gd name="T1" fmla="*/ 0 h 20"/>
                <a:gd name="T2" fmla="*/ 0 w 19"/>
                <a:gd name="T3" fmla="*/ 14 h 20"/>
                <a:gd name="T4" fmla="*/ 13 w 19"/>
                <a:gd name="T5" fmla="*/ 20 h 20"/>
                <a:gd name="T6" fmla="*/ 19 w 19"/>
                <a:gd name="T7" fmla="*/ 6 h 20"/>
                <a:gd name="T8" fmla="*/ 5 w 1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5" y="0"/>
                  </a:moveTo>
                  <a:lnTo>
                    <a:pt x="0" y="14"/>
                  </a:lnTo>
                  <a:lnTo>
                    <a:pt x="13" y="20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5" name="Freeform 885">
              <a:extLst>
                <a:ext uri="{FF2B5EF4-FFF2-40B4-BE49-F238E27FC236}">
                  <a16:creationId xmlns:a16="http://schemas.microsoft.com/office/drawing/2014/main" id="{B17323FF-AEB2-A74D-B5F7-F57D53825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7" y="2157"/>
              <a:ext cx="10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3 h 21"/>
                <a:gd name="T4" fmla="*/ 16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3"/>
                  </a:lnTo>
                  <a:lnTo>
                    <a:pt x="16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6" name="Freeform 886">
              <a:extLst>
                <a:ext uri="{FF2B5EF4-FFF2-40B4-BE49-F238E27FC236}">
                  <a16:creationId xmlns:a16="http://schemas.microsoft.com/office/drawing/2014/main" id="{2E504FD6-45A4-634E-B8F2-F1427EF61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2164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7" name="Freeform 887">
              <a:extLst>
                <a:ext uri="{FF2B5EF4-FFF2-40B4-BE49-F238E27FC236}">
                  <a16:creationId xmlns:a16="http://schemas.microsoft.com/office/drawing/2014/main" id="{A51DE791-B8BE-E74D-8A23-743099C5B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5" y="2169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8" name="Freeform 888">
              <a:extLst>
                <a:ext uri="{FF2B5EF4-FFF2-40B4-BE49-F238E27FC236}">
                  <a16:creationId xmlns:a16="http://schemas.microsoft.com/office/drawing/2014/main" id="{AA14A788-E371-D74A-9C31-E64770A01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9" y="2176"/>
              <a:ext cx="10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89" name="Freeform 889">
              <a:extLst>
                <a:ext uri="{FF2B5EF4-FFF2-40B4-BE49-F238E27FC236}">
                  <a16:creationId xmlns:a16="http://schemas.microsoft.com/office/drawing/2014/main" id="{D1780873-1CE9-F447-BE24-682FCE08A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3" y="2182"/>
              <a:ext cx="9" cy="10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90" name="Freeform 890">
              <a:extLst>
                <a:ext uri="{FF2B5EF4-FFF2-40B4-BE49-F238E27FC236}">
                  <a16:creationId xmlns:a16="http://schemas.microsoft.com/office/drawing/2014/main" id="{6ED38FEE-353D-D843-9F96-D1A2540F2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2188"/>
              <a:ext cx="11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91" name="Freeform 891">
              <a:extLst>
                <a:ext uri="{FF2B5EF4-FFF2-40B4-BE49-F238E27FC236}">
                  <a16:creationId xmlns:a16="http://schemas.microsoft.com/office/drawing/2014/main" id="{BB356451-5924-A44F-8BCE-C90C51113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195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92" name="Freeform 892">
              <a:extLst>
                <a:ext uri="{FF2B5EF4-FFF2-40B4-BE49-F238E27FC236}">
                  <a16:creationId xmlns:a16="http://schemas.microsoft.com/office/drawing/2014/main" id="{BCB25563-5CA2-F345-828A-529E37E37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5" y="2201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93" name="Freeform 893">
              <a:extLst>
                <a:ext uri="{FF2B5EF4-FFF2-40B4-BE49-F238E27FC236}">
                  <a16:creationId xmlns:a16="http://schemas.microsoft.com/office/drawing/2014/main" id="{39DB927D-B10B-3F4E-8A0B-5F5DDB38F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" y="2207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94" name="Freeform 894">
              <a:extLst>
                <a:ext uri="{FF2B5EF4-FFF2-40B4-BE49-F238E27FC236}">
                  <a16:creationId xmlns:a16="http://schemas.microsoft.com/office/drawing/2014/main" id="{A579B28B-E7F4-5748-9E11-69557D7DE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2213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95" name="Freeform 895">
              <a:extLst>
                <a:ext uri="{FF2B5EF4-FFF2-40B4-BE49-F238E27FC236}">
                  <a16:creationId xmlns:a16="http://schemas.microsoft.com/office/drawing/2014/main" id="{A1468695-6EEA-5445-9FA0-BE424D6B8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2220"/>
              <a:ext cx="10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96" name="Freeform 896">
              <a:extLst>
                <a:ext uri="{FF2B5EF4-FFF2-40B4-BE49-F238E27FC236}">
                  <a16:creationId xmlns:a16="http://schemas.microsoft.com/office/drawing/2014/main" id="{552F77A1-D70C-1048-968B-9F91F5A30B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0" y="2225"/>
              <a:ext cx="9" cy="11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97" name="Freeform 897">
              <a:extLst>
                <a:ext uri="{FF2B5EF4-FFF2-40B4-BE49-F238E27FC236}">
                  <a16:creationId xmlns:a16="http://schemas.microsoft.com/office/drawing/2014/main" id="{930C0F9E-1A3D-8D42-B639-C99D9B778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2232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98" name="Freeform 898">
              <a:extLst>
                <a:ext uri="{FF2B5EF4-FFF2-40B4-BE49-F238E27FC236}">
                  <a16:creationId xmlns:a16="http://schemas.microsoft.com/office/drawing/2014/main" id="{E99E052B-9EC8-FB46-91DD-E6E68B6AB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2238"/>
              <a:ext cx="11" cy="10"/>
            </a:xfrm>
            <a:custGeom>
              <a:avLst/>
              <a:gdLst>
                <a:gd name="T0" fmla="*/ 5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7 h 21"/>
                <a:gd name="T8" fmla="*/ 5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5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7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99" name="Freeform 899">
              <a:extLst>
                <a:ext uri="{FF2B5EF4-FFF2-40B4-BE49-F238E27FC236}">
                  <a16:creationId xmlns:a16="http://schemas.microsoft.com/office/drawing/2014/main" id="{D4A809DF-3B55-B641-8E9F-0EDD1CD1C6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2244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0" name="Freeform 900">
              <a:extLst>
                <a:ext uri="{FF2B5EF4-FFF2-40B4-BE49-F238E27FC236}">
                  <a16:creationId xmlns:a16="http://schemas.microsoft.com/office/drawing/2014/main" id="{B1B28C94-DBCC-634E-9B31-941D77252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2250"/>
              <a:ext cx="9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1" name="Freeform 901">
              <a:extLst>
                <a:ext uri="{FF2B5EF4-FFF2-40B4-BE49-F238E27FC236}">
                  <a16:creationId xmlns:a16="http://schemas.microsoft.com/office/drawing/2014/main" id="{12D7EB57-CB90-0E4D-AA18-3B284BDB3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2257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2" name="Freeform 902">
              <a:extLst>
                <a:ext uri="{FF2B5EF4-FFF2-40B4-BE49-F238E27FC236}">
                  <a16:creationId xmlns:a16="http://schemas.microsoft.com/office/drawing/2014/main" id="{817F7E05-B12F-734D-B1D0-241597F43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3" y="2263"/>
              <a:ext cx="10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3" name="Freeform 903">
              <a:extLst>
                <a:ext uri="{FF2B5EF4-FFF2-40B4-BE49-F238E27FC236}">
                  <a16:creationId xmlns:a16="http://schemas.microsoft.com/office/drawing/2014/main" id="{9FC7E743-9910-3348-9906-104DBD4ED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7" y="2269"/>
              <a:ext cx="10" cy="10"/>
            </a:xfrm>
            <a:custGeom>
              <a:avLst/>
              <a:gdLst>
                <a:gd name="T0" fmla="*/ 5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5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5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4" name="Freeform 904">
              <a:extLst>
                <a:ext uri="{FF2B5EF4-FFF2-40B4-BE49-F238E27FC236}">
                  <a16:creationId xmlns:a16="http://schemas.microsoft.com/office/drawing/2014/main" id="{5BA22EA9-06F9-E644-9459-697470913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1" y="2276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5" name="Freeform 905">
              <a:extLst>
                <a:ext uri="{FF2B5EF4-FFF2-40B4-BE49-F238E27FC236}">
                  <a16:creationId xmlns:a16="http://schemas.microsoft.com/office/drawing/2014/main" id="{371E7535-0D06-3344-BF8B-DACD0E9D2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2282"/>
              <a:ext cx="10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6" name="Freeform 906">
              <a:extLst>
                <a:ext uri="{FF2B5EF4-FFF2-40B4-BE49-F238E27FC236}">
                  <a16:creationId xmlns:a16="http://schemas.microsoft.com/office/drawing/2014/main" id="{2E3A795D-7E38-7B44-BE81-159334C24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2288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7" name="Freeform 907">
              <a:extLst>
                <a:ext uri="{FF2B5EF4-FFF2-40B4-BE49-F238E27FC236}">
                  <a16:creationId xmlns:a16="http://schemas.microsoft.com/office/drawing/2014/main" id="{F3F6BC02-1FF8-4A4E-8E36-314F1F68A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" y="2294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8" name="Freeform 908">
              <a:extLst>
                <a:ext uri="{FF2B5EF4-FFF2-40B4-BE49-F238E27FC236}">
                  <a16:creationId xmlns:a16="http://schemas.microsoft.com/office/drawing/2014/main" id="{9D3A15FF-3958-2C46-8288-853A28F26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" y="2301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6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6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09" name="Freeform 909">
              <a:extLst>
                <a:ext uri="{FF2B5EF4-FFF2-40B4-BE49-F238E27FC236}">
                  <a16:creationId xmlns:a16="http://schemas.microsoft.com/office/drawing/2014/main" id="{6C493373-510A-7242-819C-756B647C0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1" y="2306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10" name="Freeform 910">
              <a:extLst>
                <a:ext uri="{FF2B5EF4-FFF2-40B4-BE49-F238E27FC236}">
                  <a16:creationId xmlns:a16="http://schemas.microsoft.com/office/drawing/2014/main" id="{B8102722-D181-E94E-999C-EE3F39C209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" y="2313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11" name="Freeform 911">
              <a:extLst>
                <a:ext uri="{FF2B5EF4-FFF2-40B4-BE49-F238E27FC236}">
                  <a16:creationId xmlns:a16="http://schemas.microsoft.com/office/drawing/2014/main" id="{1B0646B7-3640-C24B-9DD7-9DB5E9E2E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2319"/>
              <a:ext cx="10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12" name="Freeform 912">
              <a:extLst>
                <a:ext uri="{FF2B5EF4-FFF2-40B4-BE49-F238E27FC236}">
                  <a16:creationId xmlns:a16="http://schemas.microsoft.com/office/drawing/2014/main" id="{1CF4F766-4099-084D-95C0-29642FAB9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2325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13" name="Freeform 913">
              <a:extLst>
                <a:ext uri="{FF2B5EF4-FFF2-40B4-BE49-F238E27FC236}">
                  <a16:creationId xmlns:a16="http://schemas.microsoft.com/office/drawing/2014/main" id="{DCD7D053-5DAA-A14C-AAC1-DEC1C9353D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6" y="2331"/>
              <a:ext cx="10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3 h 21"/>
                <a:gd name="T4" fmla="*/ 16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3"/>
                  </a:lnTo>
                  <a:lnTo>
                    <a:pt x="16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14" name="Freeform 914">
              <a:extLst>
                <a:ext uri="{FF2B5EF4-FFF2-40B4-BE49-F238E27FC236}">
                  <a16:creationId xmlns:a16="http://schemas.microsoft.com/office/drawing/2014/main" id="{8CF97DE6-D7B5-A643-81AC-7AF21407C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0" y="2338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15" name="Freeform 915">
              <a:extLst>
                <a:ext uri="{FF2B5EF4-FFF2-40B4-BE49-F238E27FC236}">
                  <a16:creationId xmlns:a16="http://schemas.microsoft.com/office/drawing/2014/main" id="{54F2A15D-1EE1-1C4E-8E2B-E23DABCE7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4" y="2343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16" name="Freeform 916">
              <a:extLst>
                <a:ext uri="{FF2B5EF4-FFF2-40B4-BE49-F238E27FC236}">
                  <a16:creationId xmlns:a16="http://schemas.microsoft.com/office/drawing/2014/main" id="{78672489-92D5-BF40-BD1B-94712CC0B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8" y="2350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17" name="Freeform 917">
              <a:extLst>
                <a:ext uri="{FF2B5EF4-FFF2-40B4-BE49-F238E27FC236}">
                  <a16:creationId xmlns:a16="http://schemas.microsoft.com/office/drawing/2014/main" id="{07D0F2B9-8C31-484F-A182-5B38D44829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2357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18" name="Freeform 918">
              <a:extLst>
                <a:ext uri="{FF2B5EF4-FFF2-40B4-BE49-F238E27FC236}">
                  <a16:creationId xmlns:a16="http://schemas.microsoft.com/office/drawing/2014/main" id="{BE120F1F-3D10-0C40-AEB7-80D837535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5" y="2362"/>
              <a:ext cx="11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19" name="Freeform 919">
              <a:extLst>
                <a:ext uri="{FF2B5EF4-FFF2-40B4-BE49-F238E27FC236}">
                  <a16:creationId xmlns:a16="http://schemas.microsoft.com/office/drawing/2014/main" id="{9A6891C1-8555-A543-9D12-611698B42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9" y="2369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20" name="Freeform 920">
              <a:extLst>
                <a:ext uri="{FF2B5EF4-FFF2-40B4-BE49-F238E27FC236}">
                  <a16:creationId xmlns:a16="http://schemas.microsoft.com/office/drawing/2014/main" id="{9CECA8C4-BAFD-1040-BD46-3FB3EF723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4" y="2375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21" name="Freeform 921">
              <a:extLst>
                <a:ext uri="{FF2B5EF4-FFF2-40B4-BE49-F238E27FC236}">
                  <a16:creationId xmlns:a16="http://schemas.microsoft.com/office/drawing/2014/main" id="{90E50AD1-99D3-4845-B139-36772E881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7" y="2381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22" name="Freeform 922">
              <a:extLst>
                <a:ext uri="{FF2B5EF4-FFF2-40B4-BE49-F238E27FC236}">
                  <a16:creationId xmlns:a16="http://schemas.microsoft.com/office/drawing/2014/main" id="{8A00CEF4-9ECF-5945-8467-584F8C722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2387"/>
              <a:ext cx="4" cy="8"/>
            </a:xfrm>
            <a:custGeom>
              <a:avLst/>
              <a:gdLst>
                <a:gd name="T0" fmla="*/ 6 w 8"/>
                <a:gd name="T1" fmla="*/ 0 h 15"/>
                <a:gd name="T2" fmla="*/ 0 w 8"/>
                <a:gd name="T3" fmla="*/ 14 h 15"/>
                <a:gd name="T4" fmla="*/ 2 w 8"/>
                <a:gd name="T5" fmla="*/ 15 h 15"/>
                <a:gd name="T6" fmla="*/ 8 w 8"/>
                <a:gd name="T7" fmla="*/ 2 h 15"/>
                <a:gd name="T8" fmla="*/ 6 w 8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15"/>
                <a:gd name="T17" fmla="*/ 8 w 8"/>
                <a:gd name="T18" fmla="*/ 15 h 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15">
                  <a:moveTo>
                    <a:pt x="6" y="0"/>
                  </a:moveTo>
                  <a:lnTo>
                    <a:pt x="0" y="14"/>
                  </a:lnTo>
                  <a:lnTo>
                    <a:pt x="2" y="15"/>
                  </a:lnTo>
                  <a:lnTo>
                    <a:pt x="8" y="2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923" name="Group 923">
            <a:extLst>
              <a:ext uri="{FF2B5EF4-FFF2-40B4-BE49-F238E27FC236}">
                <a16:creationId xmlns:a16="http://schemas.microsoft.com/office/drawing/2014/main" id="{125F61DE-60E5-DF48-BFCE-732D39B75AF5}"/>
              </a:ext>
            </a:extLst>
          </p:cNvPr>
          <p:cNvGrpSpPr>
            <a:grpSpLocks/>
          </p:cNvGrpSpPr>
          <p:nvPr/>
        </p:nvGrpSpPr>
        <p:grpSpPr bwMode="auto">
          <a:xfrm>
            <a:off x="5921624" y="1881981"/>
            <a:ext cx="2827337" cy="1274763"/>
            <a:chOff x="3777" y="1591"/>
            <a:chExt cx="1781" cy="803"/>
          </a:xfrm>
        </p:grpSpPr>
        <p:sp>
          <p:nvSpPr>
            <p:cNvPr id="924" name="Freeform 924">
              <a:extLst>
                <a:ext uri="{FF2B5EF4-FFF2-40B4-BE49-F238E27FC236}">
                  <a16:creationId xmlns:a16="http://schemas.microsoft.com/office/drawing/2014/main" id="{1A3738AA-F796-D744-A8DC-D0B811DDE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7" y="1591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25" name="Freeform 925">
              <a:extLst>
                <a:ext uri="{FF2B5EF4-FFF2-40B4-BE49-F238E27FC236}">
                  <a16:creationId xmlns:a16="http://schemas.microsoft.com/office/drawing/2014/main" id="{E7D577AD-B23D-D442-98C3-DD0BA5430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0" y="1597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26" name="Freeform 926">
              <a:extLst>
                <a:ext uri="{FF2B5EF4-FFF2-40B4-BE49-F238E27FC236}">
                  <a16:creationId xmlns:a16="http://schemas.microsoft.com/office/drawing/2014/main" id="{5EA0D298-BDC4-7445-B8E1-FC15E278F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" y="1603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27" name="Freeform 927">
              <a:extLst>
                <a:ext uri="{FF2B5EF4-FFF2-40B4-BE49-F238E27FC236}">
                  <a16:creationId xmlns:a16="http://schemas.microsoft.com/office/drawing/2014/main" id="{8859907D-FC7C-E649-BD59-230B918BC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" y="1609"/>
              <a:ext cx="11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28" name="Freeform 928">
              <a:extLst>
                <a:ext uri="{FF2B5EF4-FFF2-40B4-BE49-F238E27FC236}">
                  <a16:creationId xmlns:a16="http://schemas.microsoft.com/office/drawing/2014/main" id="{2A2B005E-92A6-E74A-B174-7FC272923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1616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29" name="Freeform 929">
              <a:extLst>
                <a:ext uri="{FF2B5EF4-FFF2-40B4-BE49-F238E27FC236}">
                  <a16:creationId xmlns:a16="http://schemas.microsoft.com/office/drawing/2014/main" id="{2AD0CBD2-7DC2-1843-8A75-35FB89410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6" y="1621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30" name="Freeform 930">
              <a:extLst>
                <a:ext uri="{FF2B5EF4-FFF2-40B4-BE49-F238E27FC236}">
                  <a16:creationId xmlns:a16="http://schemas.microsoft.com/office/drawing/2014/main" id="{6D884682-EEA7-8242-B6F7-49BE2B18F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9" y="1628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31" name="Freeform 931">
              <a:extLst>
                <a:ext uri="{FF2B5EF4-FFF2-40B4-BE49-F238E27FC236}">
                  <a16:creationId xmlns:a16="http://schemas.microsoft.com/office/drawing/2014/main" id="{35E4365D-9866-9749-9AD1-2492FE30B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4" y="1634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32" name="Freeform 932">
              <a:extLst>
                <a:ext uri="{FF2B5EF4-FFF2-40B4-BE49-F238E27FC236}">
                  <a16:creationId xmlns:a16="http://schemas.microsoft.com/office/drawing/2014/main" id="{88B7E7FC-0005-F945-804F-D266652AE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1640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33" name="Freeform 933">
              <a:extLst>
                <a:ext uri="{FF2B5EF4-FFF2-40B4-BE49-F238E27FC236}">
                  <a16:creationId xmlns:a16="http://schemas.microsoft.com/office/drawing/2014/main" id="{6243EC42-2986-144A-8C13-E61C46DBA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1" y="1646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4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4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34" name="Freeform 934">
              <a:extLst>
                <a:ext uri="{FF2B5EF4-FFF2-40B4-BE49-F238E27FC236}">
                  <a16:creationId xmlns:a16="http://schemas.microsoft.com/office/drawing/2014/main" id="{7D45CD17-6804-B947-BFA4-081B91046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" y="1653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35" name="Freeform 935">
              <a:extLst>
                <a:ext uri="{FF2B5EF4-FFF2-40B4-BE49-F238E27FC236}">
                  <a16:creationId xmlns:a16="http://schemas.microsoft.com/office/drawing/2014/main" id="{0EA15681-D766-CA48-9259-739C14210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9" y="1659"/>
              <a:ext cx="9" cy="10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36" name="Freeform 936">
              <a:extLst>
                <a:ext uri="{FF2B5EF4-FFF2-40B4-BE49-F238E27FC236}">
                  <a16:creationId xmlns:a16="http://schemas.microsoft.com/office/drawing/2014/main" id="{8548D098-7405-FF44-AF2B-885F126ED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" y="1665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37" name="Freeform 937">
              <a:extLst>
                <a:ext uri="{FF2B5EF4-FFF2-40B4-BE49-F238E27FC236}">
                  <a16:creationId xmlns:a16="http://schemas.microsoft.com/office/drawing/2014/main" id="{8DB175F3-1380-154C-A0EF-0CD4D31BB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" y="1671"/>
              <a:ext cx="11" cy="10"/>
            </a:xfrm>
            <a:custGeom>
              <a:avLst/>
              <a:gdLst>
                <a:gd name="T0" fmla="*/ 5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7 h 21"/>
                <a:gd name="T8" fmla="*/ 5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5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7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38" name="Freeform 938">
              <a:extLst>
                <a:ext uri="{FF2B5EF4-FFF2-40B4-BE49-F238E27FC236}">
                  <a16:creationId xmlns:a16="http://schemas.microsoft.com/office/drawing/2014/main" id="{52F7F998-C0FB-4B48-BBE4-E11DF9DBF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678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39" name="Freeform 939">
              <a:extLst>
                <a:ext uri="{FF2B5EF4-FFF2-40B4-BE49-F238E27FC236}">
                  <a16:creationId xmlns:a16="http://schemas.microsoft.com/office/drawing/2014/main" id="{420FD4EE-B674-6649-8833-E7AFEC9B3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1684"/>
              <a:ext cx="9" cy="10"/>
            </a:xfrm>
            <a:custGeom>
              <a:avLst/>
              <a:gdLst>
                <a:gd name="T0" fmla="*/ 5 w 19"/>
                <a:gd name="T1" fmla="*/ 0 h 20"/>
                <a:gd name="T2" fmla="*/ 0 w 19"/>
                <a:gd name="T3" fmla="*/ 14 h 20"/>
                <a:gd name="T4" fmla="*/ 13 w 19"/>
                <a:gd name="T5" fmla="*/ 20 h 20"/>
                <a:gd name="T6" fmla="*/ 19 w 19"/>
                <a:gd name="T7" fmla="*/ 6 h 20"/>
                <a:gd name="T8" fmla="*/ 5 w 1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5" y="0"/>
                  </a:moveTo>
                  <a:lnTo>
                    <a:pt x="0" y="14"/>
                  </a:lnTo>
                  <a:lnTo>
                    <a:pt x="13" y="20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0" name="Freeform 940">
              <a:extLst>
                <a:ext uri="{FF2B5EF4-FFF2-40B4-BE49-F238E27FC236}">
                  <a16:creationId xmlns:a16="http://schemas.microsoft.com/office/drawing/2014/main" id="{7118430B-ACE7-D448-9566-6FBDC1E23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1690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1" name="Freeform 941">
              <a:extLst>
                <a:ext uri="{FF2B5EF4-FFF2-40B4-BE49-F238E27FC236}">
                  <a16:creationId xmlns:a16="http://schemas.microsoft.com/office/drawing/2014/main" id="{7B73669E-7DE2-7B4C-9AA1-FB1F2D291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1697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2" name="Freeform 942">
              <a:extLst>
                <a:ext uri="{FF2B5EF4-FFF2-40B4-BE49-F238E27FC236}">
                  <a16:creationId xmlns:a16="http://schemas.microsoft.com/office/drawing/2014/main" id="{F5620F88-9AAB-F346-B0B0-1B79EF8E4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6" y="1702"/>
              <a:ext cx="10" cy="10"/>
            </a:xfrm>
            <a:custGeom>
              <a:avLst/>
              <a:gdLst>
                <a:gd name="T0" fmla="*/ 5 w 20"/>
                <a:gd name="T1" fmla="*/ 0 h 19"/>
                <a:gd name="T2" fmla="*/ 0 w 20"/>
                <a:gd name="T3" fmla="*/ 13 h 19"/>
                <a:gd name="T4" fmla="*/ 15 w 20"/>
                <a:gd name="T5" fmla="*/ 19 h 19"/>
                <a:gd name="T6" fmla="*/ 20 w 20"/>
                <a:gd name="T7" fmla="*/ 5 h 19"/>
                <a:gd name="T8" fmla="*/ 5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3" name="Freeform 943">
              <a:extLst>
                <a:ext uri="{FF2B5EF4-FFF2-40B4-BE49-F238E27FC236}">
                  <a16:creationId xmlns:a16="http://schemas.microsoft.com/office/drawing/2014/main" id="{12CC0DC9-E9B0-CC4F-98F9-370B308E9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" y="1709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4" name="Freeform 944">
              <a:extLst>
                <a:ext uri="{FF2B5EF4-FFF2-40B4-BE49-F238E27FC236}">
                  <a16:creationId xmlns:a16="http://schemas.microsoft.com/office/drawing/2014/main" id="{B22E9460-E6F2-FE41-BDDB-0E1333DCE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" y="1715"/>
              <a:ext cx="10" cy="10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5" name="Freeform 945">
              <a:extLst>
                <a:ext uri="{FF2B5EF4-FFF2-40B4-BE49-F238E27FC236}">
                  <a16:creationId xmlns:a16="http://schemas.microsoft.com/office/drawing/2014/main" id="{C4E4C94C-7336-C645-853C-443A6EC8E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8" y="1721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6" name="Freeform 946">
              <a:extLst>
                <a:ext uri="{FF2B5EF4-FFF2-40B4-BE49-F238E27FC236}">
                  <a16:creationId xmlns:a16="http://schemas.microsoft.com/office/drawing/2014/main" id="{4C71688A-2D32-4B4C-903D-C133EB1E5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1727"/>
              <a:ext cx="9" cy="11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7" name="Freeform 947">
              <a:extLst>
                <a:ext uri="{FF2B5EF4-FFF2-40B4-BE49-F238E27FC236}">
                  <a16:creationId xmlns:a16="http://schemas.microsoft.com/office/drawing/2014/main" id="{B38CA93A-9EAA-8346-9150-4A83E3CE07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5" y="1734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6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6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8" name="Freeform 948">
              <a:extLst>
                <a:ext uri="{FF2B5EF4-FFF2-40B4-BE49-F238E27FC236}">
                  <a16:creationId xmlns:a16="http://schemas.microsoft.com/office/drawing/2014/main" id="{38A6C78E-E060-F345-8B97-CCB814183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9" y="1739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49" name="Freeform 949">
              <a:extLst>
                <a:ext uri="{FF2B5EF4-FFF2-40B4-BE49-F238E27FC236}">
                  <a16:creationId xmlns:a16="http://schemas.microsoft.com/office/drawing/2014/main" id="{F6AE0870-AA31-F441-B599-C38536014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1746"/>
              <a:ext cx="9" cy="10"/>
            </a:xfrm>
            <a:custGeom>
              <a:avLst/>
              <a:gdLst>
                <a:gd name="T0" fmla="*/ 6 w 20"/>
                <a:gd name="T1" fmla="*/ 0 h 19"/>
                <a:gd name="T2" fmla="*/ 0 w 20"/>
                <a:gd name="T3" fmla="*/ 13 h 19"/>
                <a:gd name="T4" fmla="*/ 14 w 20"/>
                <a:gd name="T5" fmla="*/ 19 h 19"/>
                <a:gd name="T6" fmla="*/ 20 w 20"/>
                <a:gd name="T7" fmla="*/ 6 h 19"/>
                <a:gd name="T8" fmla="*/ 6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20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50" name="Freeform 950">
              <a:extLst>
                <a:ext uri="{FF2B5EF4-FFF2-40B4-BE49-F238E27FC236}">
                  <a16:creationId xmlns:a16="http://schemas.microsoft.com/office/drawing/2014/main" id="{37ADF358-5275-784B-8864-7F84B3307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1752"/>
              <a:ext cx="11" cy="10"/>
            </a:xfrm>
            <a:custGeom>
              <a:avLst/>
              <a:gdLst>
                <a:gd name="T0" fmla="*/ 6 w 21"/>
                <a:gd name="T1" fmla="*/ 0 h 20"/>
                <a:gd name="T2" fmla="*/ 0 w 21"/>
                <a:gd name="T3" fmla="*/ 13 h 20"/>
                <a:gd name="T4" fmla="*/ 15 w 21"/>
                <a:gd name="T5" fmla="*/ 20 h 20"/>
                <a:gd name="T6" fmla="*/ 21 w 21"/>
                <a:gd name="T7" fmla="*/ 7 h 20"/>
                <a:gd name="T8" fmla="*/ 6 w 21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0"/>
                <a:gd name="T17" fmla="*/ 21 w 21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0">
                  <a:moveTo>
                    <a:pt x="6" y="0"/>
                  </a:moveTo>
                  <a:lnTo>
                    <a:pt x="0" y="13"/>
                  </a:lnTo>
                  <a:lnTo>
                    <a:pt x="15" y="20"/>
                  </a:lnTo>
                  <a:lnTo>
                    <a:pt x="21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51" name="Freeform 951">
              <a:extLst>
                <a:ext uri="{FF2B5EF4-FFF2-40B4-BE49-F238E27FC236}">
                  <a16:creationId xmlns:a16="http://schemas.microsoft.com/office/drawing/2014/main" id="{05145EA0-1B29-594F-935A-9488C90CD1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1" y="1758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52" name="Freeform 952">
              <a:extLst>
                <a:ext uri="{FF2B5EF4-FFF2-40B4-BE49-F238E27FC236}">
                  <a16:creationId xmlns:a16="http://schemas.microsoft.com/office/drawing/2014/main" id="{3990D63B-F324-E94C-B337-3CC8FFCAA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1765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53" name="Freeform 953">
              <a:extLst>
                <a:ext uri="{FF2B5EF4-FFF2-40B4-BE49-F238E27FC236}">
                  <a16:creationId xmlns:a16="http://schemas.microsoft.com/office/drawing/2014/main" id="{E4565566-D7B9-5340-9271-979664A92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1771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54" name="Freeform 954">
              <a:extLst>
                <a:ext uri="{FF2B5EF4-FFF2-40B4-BE49-F238E27FC236}">
                  <a16:creationId xmlns:a16="http://schemas.microsoft.com/office/drawing/2014/main" id="{1DE36FF7-35AE-F840-B194-7EA57DC646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3" y="1777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55" name="Freeform 955">
              <a:extLst>
                <a:ext uri="{FF2B5EF4-FFF2-40B4-BE49-F238E27FC236}">
                  <a16:creationId xmlns:a16="http://schemas.microsoft.com/office/drawing/2014/main" id="{159B252B-B8E3-9E44-BBFC-93901D9DD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1783"/>
              <a:ext cx="11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56" name="Freeform 956">
              <a:extLst>
                <a:ext uri="{FF2B5EF4-FFF2-40B4-BE49-F238E27FC236}">
                  <a16:creationId xmlns:a16="http://schemas.microsoft.com/office/drawing/2014/main" id="{88CA52D1-09D8-FF4C-B599-6DEC305E4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1" y="1790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57" name="Freeform 957">
              <a:extLst>
                <a:ext uri="{FF2B5EF4-FFF2-40B4-BE49-F238E27FC236}">
                  <a16:creationId xmlns:a16="http://schemas.microsoft.com/office/drawing/2014/main" id="{F2F62C99-AEA3-FC4C-A38F-343A5B504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4" y="1796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58" name="Freeform 958">
              <a:extLst>
                <a:ext uri="{FF2B5EF4-FFF2-40B4-BE49-F238E27FC236}">
                  <a16:creationId xmlns:a16="http://schemas.microsoft.com/office/drawing/2014/main" id="{72B90006-A64E-E147-A65E-967547D7F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8" y="1802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59" name="Freeform 959">
              <a:extLst>
                <a:ext uri="{FF2B5EF4-FFF2-40B4-BE49-F238E27FC236}">
                  <a16:creationId xmlns:a16="http://schemas.microsoft.com/office/drawing/2014/main" id="{D56214BD-4719-9342-881F-CD977BB24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1808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60" name="Freeform 960">
              <a:extLst>
                <a:ext uri="{FF2B5EF4-FFF2-40B4-BE49-F238E27FC236}">
                  <a16:creationId xmlns:a16="http://schemas.microsoft.com/office/drawing/2014/main" id="{9FAA0E82-E7AC-B144-B077-81A21FA89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1815"/>
              <a:ext cx="10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61" name="Freeform 961">
              <a:extLst>
                <a:ext uri="{FF2B5EF4-FFF2-40B4-BE49-F238E27FC236}">
                  <a16:creationId xmlns:a16="http://schemas.microsoft.com/office/drawing/2014/main" id="{F19C2C74-4FFD-3E47-B79B-662986F7F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" y="1820"/>
              <a:ext cx="10" cy="11"/>
            </a:xfrm>
            <a:custGeom>
              <a:avLst/>
              <a:gdLst>
                <a:gd name="T0" fmla="*/ 6 w 19"/>
                <a:gd name="T1" fmla="*/ 0 h 20"/>
                <a:gd name="T2" fmla="*/ 0 w 19"/>
                <a:gd name="T3" fmla="*/ 13 h 20"/>
                <a:gd name="T4" fmla="*/ 14 w 19"/>
                <a:gd name="T5" fmla="*/ 20 h 20"/>
                <a:gd name="T6" fmla="*/ 19 w 19"/>
                <a:gd name="T7" fmla="*/ 7 h 20"/>
                <a:gd name="T8" fmla="*/ 6 w 19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0"/>
                <a:gd name="T17" fmla="*/ 19 w 19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0">
                  <a:moveTo>
                    <a:pt x="6" y="0"/>
                  </a:moveTo>
                  <a:lnTo>
                    <a:pt x="0" y="13"/>
                  </a:lnTo>
                  <a:lnTo>
                    <a:pt x="14" y="20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62" name="Freeform 962">
              <a:extLst>
                <a:ext uri="{FF2B5EF4-FFF2-40B4-BE49-F238E27FC236}">
                  <a16:creationId xmlns:a16="http://schemas.microsoft.com/office/drawing/2014/main" id="{2323C412-DEE7-DC49-8E64-8D3BBC6D8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" y="1827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63" name="Freeform 963">
              <a:extLst>
                <a:ext uri="{FF2B5EF4-FFF2-40B4-BE49-F238E27FC236}">
                  <a16:creationId xmlns:a16="http://schemas.microsoft.com/office/drawing/2014/main" id="{FB8AEAE3-B3C9-4340-A0EF-FAAD7F8D1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" y="1833"/>
              <a:ext cx="9" cy="10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64" name="Freeform 964">
              <a:extLst>
                <a:ext uri="{FF2B5EF4-FFF2-40B4-BE49-F238E27FC236}">
                  <a16:creationId xmlns:a16="http://schemas.microsoft.com/office/drawing/2014/main" id="{8AFC5F51-8AA9-BC4E-A99D-D8D4A5166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2" y="1839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65" name="Freeform 965">
              <a:extLst>
                <a:ext uri="{FF2B5EF4-FFF2-40B4-BE49-F238E27FC236}">
                  <a16:creationId xmlns:a16="http://schemas.microsoft.com/office/drawing/2014/main" id="{04E967E6-9CDC-AC42-B588-4E48542FB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1846"/>
              <a:ext cx="11" cy="9"/>
            </a:xfrm>
            <a:custGeom>
              <a:avLst/>
              <a:gdLst>
                <a:gd name="T0" fmla="*/ 5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5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66" name="Freeform 966">
              <a:extLst>
                <a:ext uri="{FF2B5EF4-FFF2-40B4-BE49-F238E27FC236}">
                  <a16:creationId xmlns:a16="http://schemas.microsoft.com/office/drawing/2014/main" id="{147B1254-019B-4048-B996-5024AC037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852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67" name="Freeform 967">
              <a:extLst>
                <a:ext uri="{FF2B5EF4-FFF2-40B4-BE49-F238E27FC236}">
                  <a16:creationId xmlns:a16="http://schemas.microsoft.com/office/drawing/2014/main" id="{E394D25A-E98B-574E-B56B-5C48CC3EB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3" y="1858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68" name="Freeform 968">
              <a:extLst>
                <a:ext uri="{FF2B5EF4-FFF2-40B4-BE49-F238E27FC236}">
                  <a16:creationId xmlns:a16="http://schemas.microsoft.com/office/drawing/2014/main" id="{C221FE6E-4339-3D46-9F31-01AF88D19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1864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69" name="Freeform 969">
              <a:extLst>
                <a:ext uri="{FF2B5EF4-FFF2-40B4-BE49-F238E27FC236}">
                  <a16:creationId xmlns:a16="http://schemas.microsoft.com/office/drawing/2014/main" id="{4B101889-A2FE-BD4E-8AE4-D34B8300B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" y="1871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70" name="Freeform 970">
              <a:extLst>
                <a:ext uri="{FF2B5EF4-FFF2-40B4-BE49-F238E27FC236}">
                  <a16:creationId xmlns:a16="http://schemas.microsoft.com/office/drawing/2014/main" id="{C407756D-3171-F541-AD62-813AEC2BC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5" y="1876"/>
              <a:ext cx="10" cy="10"/>
            </a:xfrm>
            <a:custGeom>
              <a:avLst/>
              <a:gdLst>
                <a:gd name="T0" fmla="*/ 5 w 20"/>
                <a:gd name="T1" fmla="*/ 0 h 19"/>
                <a:gd name="T2" fmla="*/ 0 w 20"/>
                <a:gd name="T3" fmla="*/ 13 h 19"/>
                <a:gd name="T4" fmla="*/ 15 w 20"/>
                <a:gd name="T5" fmla="*/ 19 h 19"/>
                <a:gd name="T6" fmla="*/ 20 w 20"/>
                <a:gd name="T7" fmla="*/ 5 h 19"/>
                <a:gd name="T8" fmla="*/ 5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5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0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71" name="Freeform 971">
              <a:extLst>
                <a:ext uri="{FF2B5EF4-FFF2-40B4-BE49-F238E27FC236}">
                  <a16:creationId xmlns:a16="http://schemas.microsoft.com/office/drawing/2014/main" id="{D42907C3-B724-744C-86BD-62E56A7E7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" y="1883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72" name="Freeform 972">
              <a:extLst>
                <a:ext uri="{FF2B5EF4-FFF2-40B4-BE49-F238E27FC236}">
                  <a16:creationId xmlns:a16="http://schemas.microsoft.com/office/drawing/2014/main" id="{0EE9BDAE-4553-4140-B65A-68B37E8F80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" y="1889"/>
              <a:ext cx="11" cy="10"/>
            </a:xfrm>
            <a:custGeom>
              <a:avLst/>
              <a:gdLst>
                <a:gd name="T0" fmla="*/ 5 w 21"/>
                <a:gd name="T1" fmla="*/ 0 h 21"/>
                <a:gd name="T2" fmla="*/ 0 w 21"/>
                <a:gd name="T3" fmla="*/ 14 h 21"/>
                <a:gd name="T4" fmla="*/ 15 w 21"/>
                <a:gd name="T5" fmla="*/ 21 h 21"/>
                <a:gd name="T6" fmla="*/ 21 w 21"/>
                <a:gd name="T7" fmla="*/ 8 h 21"/>
                <a:gd name="T8" fmla="*/ 5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5" y="0"/>
                  </a:moveTo>
                  <a:lnTo>
                    <a:pt x="0" y="14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73" name="Freeform 973">
              <a:extLst>
                <a:ext uri="{FF2B5EF4-FFF2-40B4-BE49-F238E27FC236}">
                  <a16:creationId xmlns:a16="http://schemas.microsoft.com/office/drawing/2014/main" id="{14627903-90B5-F244-B8E5-1734F8512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" y="1895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74" name="Freeform 974">
              <a:extLst>
                <a:ext uri="{FF2B5EF4-FFF2-40B4-BE49-F238E27FC236}">
                  <a16:creationId xmlns:a16="http://schemas.microsoft.com/office/drawing/2014/main" id="{084C318B-2C18-2E41-BE01-968314C53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1" y="1901"/>
              <a:ext cx="9" cy="11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75" name="Freeform 975">
              <a:extLst>
                <a:ext uri="{FF2B5EF4-FFF2-40B4-BE49-F238E27FC236}">
                  <a16:creationId xmlns:a16="http://schemas.microsoft.com/office/drawing/2014/main" id="{43C2924D-D0EE-6245-ABBE-2F1152F021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1908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6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6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76" name="Freeform 976">
              <a:extLst>
                <a:ext uri="{FF2B5EF4-FFF2-40B4-BE49-F238E27FC236}">
                  <a16:creationId xmlns:a16="http://schemas.microsoft.com/office/drawing/2014/main" id="{5010C0F5-BAE6-9D4E-AA9C-626FE4EFC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8" y="1913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77" name="Freeform 977">
              <a:extLst>
                <a:ext uri="{FF2B5EF4-FFF2-40B4-BE49-F238E27FC236}">
                  <a16:creationId xmlns:a16="http://schemas.microsoft.com/office/drawing/2014/main" id="{0642F7D1-E20A-534A-8F79-C72E76B61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3" y="1920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78" name="Freeform 978">
              <a:extLst>
                <a:ext uri="{FF2B5EF4-FFF2-40B4-BE49-F238E27FC236}">
                  <a16:creationId xmlns:a16="http://schemas.microsoft.com/office/drawing/2014/main" id="{304E2438-775C-DB40-8093-834B4C790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6" y="1926"/>
              <a:ext cx="10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79" name="Freeform 979">
              <a:extLst>
                <a:ext uri="{FF2B5EF4-FFF2-40B4-BE49-F238E27FC236}">
                  <a16:creationId xmlns:a16="http://schemas.microsoft.com/office/drawing/2014/main" id="{36BCF690-C117-7A43-8161-5DD4AB5EB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0" y="1932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0" name="Freeform 980">
              <a:extLst>
                <a:ext uri="{FF2B5EF4-FFF2-40B4-BE49-F238E27FC236}">
                  <a16:creationId xmlns:a16="http://schemas.microsoft.com/office/drawing/2014/main" id="{3D840A20-7B93-094B-B5F5-59E2127DA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4" y="1939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1" name="Freeform 981">
              <a:extLst>
                <a:ext uri="{FF2B5EF4-FFF2-40B4-BE49-F238E27FC236}">
                  <a16:creationId xmlns:a16="http://schemas.microsoft.com/office/drawing/2014/main" id="{0690178C-3C3F-4144-8E9C-111BB57FC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8" y="1945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2" name="Freeform 982">
              <a:extLst>
                <a:ext uri="{FF2B5EF4-FFF2-40B4-BE49-F238E27FC236}">
                  <a16:creationId xmlns:a16="http://schemas.microsoft.com/office/drawing/2014/main" id="{7E9C9E14-3017-DB4F-A2ED-B1FCF417B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2" y="1952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3" name="Freeform 983">
              <a:extLst>
                <a:ext uri="{FF2B5EF4-FFF2-40B4-BE49-F238E27FC236}">
                  <a16:creationId xmlns:a16="http://schemas.microsoft.com/office/drawing/2014/main" id="{83AC7469-B92E-0142-875A-7C0CB7535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" y="1957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4" name="Freeform 984">
              <a:extLst>
                <a:ext uri="{FF2B5EF4-FFF2-40B4-BE49-F238E27FC236}">
                  <a16:creationId xmlns:a16="http://schemas.microsoft.com/office/drawing/2014/main" id="{1DE1341D-18A1-C845-922E-2FDC2A4329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" y="1964"/>
              <a:ext cx="9" cy="9"/>
            </a:xfrm>
            <a:custGeom>
              <a:avLst/>
              <a:gdLst>
                <a:gd name="T0" fmla="*/ 6 w 20"/>
                <a:gd name="T1" fmla="*/ 0 h 19"/>
                <a:gd name="T2" fmla="*/ 0 w 20"/>
                <a:gd name="T3" fmla="*/ 13 h 19"/>
                <a:gd name="T4" fmla="*/ 14 w 20"/>
                <a:gd name="T5" fmla="*/ 19 h 19"/>
                <a:gd name="T6" fmla="*/ 20 w 20"/>
                <a:gd name="T7" fmla="*/ 5 h 19"/>
                <a:gd name="T8" fmla="*/ 6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20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5" name="Freeform 985">
              <a:extLst>
                <a:ext uri="{FF2B5EF4-FFF2-40B4-BE49-F238E27FC236}">
                  <a16:creationId xmlns:a16="http://schemas.microsoft.com/office/drawing/2014/main" id="{9A0977F6-7F65-E845-A121-40EF05DE2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3" y="1970"/>
              <a:ext cx="11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6" name="Freeform 986">
              <a:extLst>
                <a:ext uri="{FF2B5EF4-FFF2-40B4-BE49-F238E27FC236}">
                  <a16:creationId xmlns:a16="http://schemas.microsoft.com/office/drawing/2014/main" id="{6501A2CF-3265-9845-A7A5-6BE2BC500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7" y="1976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7" name="Freeform 987">
              <a:extLst>
                <a:ext uri="{FF2B5EF4-FFF2-40B4-BE49-F238E27FC236}">
                  <a16:creationId xmlns:a16="http://schemas.microsoft.com/office/drawing/2014/main" id="{E17BE994-27E6-E540-9FE8-93380C197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" y="1982"/>
              <a:ext cx="9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8" name="Freeform 988">
              <a:extLst>
                <a:ext uri="{FF2B5EF4-FFF2-40B4-BE49-F238E27FC236}">
                  <a16:creationId xmlns:a16="http://schemas.microsoft.com/office/drawing/2014/main" id="{5747B41D-64EF-0548-B6B5-15151AC53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5" y="1989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89" name="Freeform 989">
              <a:extLst>
                <a:ext uri="{FF2B5EF4-FFF2-40B4-BE49-F238E27FC236}">
                  <a16:creationId xmlns:a16="http://schemas.microsoft.com/office/drawing/2014/main" id="{39BCEB08-9205-9146-98C6-A505E50D8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9" y="1994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90" name="Freeform 990">
              <a:extLst>
                <a:ext uri="{FF2B5EF4-FFF2-40B4-BE49-F238E27FC236}">
                  <a16:creationId xmlns:a16="http://schemas.microsoft.com/office/drawing/2014/main" id="{C7C02B69-5CED-1048-B00E-F526FB0AD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" y="2001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91" name="Freeform 991">
              <a:extLst>
                <a:ext uri="{FF2B5EF4-FFF2-40B4-BE49-F238E27FC236}">
                  <a16:creationId xmlns:a16="http://schemas.microsoft.com/office/drawing/2014/main" id="{B0B08480-AD22-644E-9492-0CB8738D5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7" y="2007"/>
              <a:ext cx="9" cy="10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92" name="Freeform 992">
              <a:extLst>
                <a:ext uri="{FF2B5EF4-FFF2-40B4-BE49-F238E27FC236}">
                  <a16:creationId xmlns:a16="http://schemas.microsoft.com/office/drawing/2014/main" id="{B601D0B4-9042-B949-9941-1B94F478F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2013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93" name="Freeform 993">
              <a:extLst>
                <a:ext uri="{FF2B5EF4-FFF2-40B4-BE49-F238E27FC236}">
                  <a16:creationId xmlns:a16="http://schemas.microsoft.com/office/drawing/2014/main" id="{AE6DB1E3-992E-BB40-A12D-3E54F40BF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" y="2020"/>
              <a:ext cx="10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94" name="Freeform 994">
              <a:extLst>
                <a:ext uri="{FF2B5EF4-FFF2-40B4-BE49-F238E27FC236}">
                  <a16:creationId xmlns:a16="http://schemas.microsoft.com/office/drawing/2014/main" id="{2F05ACEE-41B2-6E46-9606-C5A471367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9" y="2026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95" name="Freeform 995">
              <a:extLst>
                <a:ext uri="{FF2B5EF4-FFF2-40B4-BE49-F238E27FC236}">
                  <a16:creationId xmlns:a16="http://schemas.microsoft.com/office/drawing/2014/main" id="{32BB54FC-8D99-8A40-B948-A135E4594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2032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96" name="Freeform 996">
              <a:extLst>
                <a:ext uri="{FF2B5EF4-FFF2-40B4-BE49-F238E27FC236}">
                  <a16:creationId xmlns:a16="http://schemas.microsoft.com/office/drawing/2014/main" id="{B1D67033-DCA7-E248-AF54-3D318537A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6" y="2038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97" name="Freeform 997">
              <a:extLst>
                <a:ext uri="{FF2B5EF4-FFF2-40B4-BE49-F238E27FC236}">
                  <a16:creationId xmlns:a16="http://schemas.microsoft.com/office/drawing/2014/main" id="{FF7F7A91-14DA-0B45-949B-D27A5B7A7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0" y="2045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98" name="Freeform 998">
              <a:extLst>
                <a:ext uri="{FF2B5EF4-FFF2-40B4-BE49-F238E27FC236}">
                  <a16:creationId xmlns:a16="http://schemas.microsoft.com/office/drawing/2014/main" id="{44119783-25D2-1643-855B-A318DEDC96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4" y="2050"/>
              <a:ext cx="9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99" name="Freeform 999">
              <a:extLst>
                <a:ext uri="{FF2B5EF4-FFF2-40B4-BE49-F238E27FC236}">
                  <a16:creationId xmlns:a16="http://schemas.microsoft.com/office/drawing/2014/main" id="{D2437643-939B-0F4A-8905-B5D26E458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8" y="2057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0" name="Freeform 1000">
              <a:extLst>
                <a:ext uri="{FF2B5EF4-FFF2-40B4-BE49-F238E27FC236}">
                  <a16:creationId xmlns:a16="http://schemas.microsoft.com/office/drawing/2014/main" id="{14BFE538-68FF-574B-8A8A-5AA55F111C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1" y="2063"/>
              <a:ext cx="11" cy="10"/>
            </a:xfrm>
            <a:custGeom>
              <a:avLst/>
              <a:gdLst>
                <a:gd name="T0" fmla="*/ 5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7 h 21"/>
                <a:gd name="T8" fmla="*/ 5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5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7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1" name="Freeform 1001">
              <a:extLst>
                <a:ext uri="{FF2B5EF4-FFF2-40B4-BE49-F238E27FC236}">
                  <a16:creationId xmlns:a16="http://schemas.microsoft.com/office/drawing/2014/main" id="{75DDD45E-3915-6B4F-8078-CB43261B1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6" y="2069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2" name="Freeform 1002">
              <a:extLst>
                <a:ext uri="{FF2B5EF4-FFF2-40B4-BE49-F238E27FC236}">
                  <a16:creationId xmlns:a16="http://schemas.microsoft.com/office/drawing/2014/main" id="{64BFF522-4520-3848-B270-CECD2F779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0" y="2075"/>
              <a:ext cx="9" cy="11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3" name="Freeform 1003">
              <a:extLst>
                <a:ext uri="{FF2B5EF4-FFF2-40B4-BE49-F238E27FC236}">
                  <a16:creationId xmlns:a16="http://schemas.microsoft.com/office/drawing/2014/main" id="{B6A4C043-EDD7-814F-9309-10F480F44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3" y="2082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6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6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4" name="Freeform 1004">
              <a:extLst>
                <a:ext uri="{FF2B5EF4-FFF2-40B4-BE49-F238E27FC236}">
                  <a16:creationId xmlns:a16="http://schemas.microsoft.com/office/drawing/2014/main" id="{1CBC1E89-8E96-5545-9067-A914CC577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7" y="2088"/>
              <a:ext cx="10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5" name="Freeform 1005">
              <a:extLst>
                <a:ext uri="{FF2B5EF4-FFF2-40B4-BE49-F238E27FC236}">
                  <a16:creationId xmlns:a16="http://schemas.microsoft.com/office/drawing/2014/main" id="{203A1698-0EE2-024E-8664-710CF19C5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1" y="2094"/>
              <a:ext cx="10" cy="10"/>
            </a:xfrm>
            <a:custGeom>
              <a:avLst/>
              <a:gdLst>
                <a:gd name="T0" fmla="*/ 5 w 20"/>
                <a:gd name="T1" fmla="*/ 0 h 19"/>
                <a:gd name="T2" fmla="*/ 0 w 20"/>
                <a:gd name="T3" fmla="*/ 14 h 19"/>
                <a:gd name="T4" fmla="*/ 15 w 20"/>
                <a:gd name="T5" fmla="*/ 19 h 19"/>
                <a:gd name="T6" fmla="*/ 20 w 20"/>
                <a:gd name="T7" fmla="*/ 6 h 19"/>
                <a:gd name="T8" fmla="*/ 5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5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0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6" name="Freeform 1006">
              <a:extLst>
                <a:ext uri="{FF2B5EF4-FFF2-40B4-BE49-F238E27FC236}">
                  <a16:creationId xmlns:a16="http://schemas.microsoft.com/office/drawing/2014/main" id="{8FC37A57-AE23-FF45-9060-57BE43634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5" y="2101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7" name="Freeform 1007">
              <a:extLst>
                <a:ext uri="{FF2B5EF4-FFF2-40B4-BE49-F238E27FC236}">
                  <a16:creationId xmlns:a16="http://schemas.microsoft.com/office/drawing/2014/main" id="{5FEEF73E-AD64-0945-8105-D0D1BE77E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9" y="2107"/>
              <a:ext cx="10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8" name="Freeform 1008">
              <a:extLst>
                <a:ext uri="{FF2B5EF4-FFF2-40B4-BE49-F238E27FC236}">
                  <a16:creationId xmlns:a16="http://schemas.microsoft.com/office/drawing/2014/main" id="{4375CF23-E784-9345-99B4-57E00C889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" y="2113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09" name="Freeform 1009">
              <a:extLst>
                <a:ext uri="{FF2B5EF4-FFF2-40B4-BE49-F238E27FC236}">
                  <a16:creationId xmlns:a16="http://schemas.microsoft.com/office/drawing/2014/main" id="{3468D967-9F96-C84D-A70E-4DB897239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7" y="2119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10" name="Freeform 1010">
              <a:extLst>
                <a:ext uri="{FF2B5EF4-FFF2-40B4-BE49-F238E27FC236}">
                  <a16:creationId xmlns:a16="http://schemas.microsoft.com/office/drawing/2014/main" id="{EDF78675-B71E-E640-B7D2-8A436EF8B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0" y="2126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6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6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11" name="Freeform 1011">
              <a:extLst>
                <a:ext uri="{FF2B5EF4-FFF2-40B4-BE49-F238E27FC236}">
                  <a16:creationId xmlns:a16="http://schemas.microsoft.com/office/drawing/2014/main" id="{56221FDF-10EE-424E-80D8-2966BCF92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4" y="2131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12" name="Freeform 1012">
              <a:extLst>
                <a:ext uri="{FF2B5EF4-FFF2-40B4-BE49-F238E27FC236}">
                  <a16:creationId xmlns:a16="http://schemas.microsoft.com/office/drawing/2014/main" id="{5D181C1A-9ADA-F344-A749-4CFFB92AC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9" y="2138"/>
              <a:ext cx="9" cy="9"/>
            </a:xfrm>
            <a:custGeom>
              <a:avLst/>
              <a:gdLst>
                <a:gd name="T0" fmla="*/ 6 w 20"/>
                <a:gd name="T1" fmla="*/ 0 h 19"/>
                <a:gd name="T2" fmla="*/ 0 w 20"/>
                <a:gd name="T3" fmla="*/ 13 h 19"/>
                <a:gd name="T4" fmla="*/ 14 w 20"/>
                <a:gd name="T5" fmla="*/ 19 h 19"/>
                <a:gd name="T6" fmla="*/ 20 w 20"/>
                <a:gd name="T7" fmla="*/ 6 h 19"/>
                <a:gd name="T8" fmla="*/ 6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20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13" name="Freeform 1013">
              <a:extLst>
                <a:ext uri="{FF2B5EF4-FFF2-40B4-BE49-F238E27FC236}">
                  <a16:creationId xmlns:a16="http://schemas.microsoft.com/office/drawing/2014/main" id="{717A0D74-DFAD-2E42-8E5D-5AA566744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2" y="2144"/>
              <a:ext cx="11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4 h 21"/>
                <a:gd name="T4" fmla="*/ 15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4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14" name="Freeform 1014">
              <a:extLst>
                <a:ext uri="{FF2B5EF4-FFF2-40B4-BE49-F238E27FC236}">
                  <a16:creationId xmlns:a16="http://schemas.microsoft.com/office/drawing/2014/main" id="{2DBB3DAF-5EE1-3746-A187-27B370E38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6" y="2150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15" name="Freeform 1015">
              <a:extLst>
                <a:ext uri="{FF2B5EF4-FFF2-40B4-BE49-F238E27FC236}">
                  <a16:creationId xmlns:a16="http://schemas.microsoft.com/office/drawing/2014/main" id="{1A9377D1-7AD3-8049-9D2C-CA39C88A3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0" y="2156"/>
              <a:ext cx="10" cy="10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16" name="Freeform 1016">
              <a:extLst>
                <a:ext uri="{FF2B5EF4-FFF2-40B4-BE49-F238E27FC236}">
                  <a16:creationId xmlns:a16="http://schemas.microsoft.com/office/drawing/2014/main" id="{C364EC5E-7C11-D44D-B300-2FBDA4437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" y="2163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17" name="Freeform 1017">
              <a:extLst>
                <a:ext uri="{FF2B5EF4-FFF2-40B4-BE49-F238E27FC236}">
                  <a16:creationId xmlns:a16="http://schemas.microsoft.com/office/drawing/2014/main" id="{795FB633-283F-234C-8C7F-725D39E6A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8" y="2168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18" name="Freeform 1018">
              <a:extLst>
                <a:ext uri="{FF2B5EF4-FFF2-40B4-BE49-F238E27FC236}">
                  <a16:creationId xmlns:a16="http://schemas.microsoft.com/office/drawing/2014/main" id="{76488106-DA17-334B-8422-2C94B9D5A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1" y="2175"/>
              <a:ext cx="11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19" name="Freeform 1019">
              <a:extLst>
                <a:ext uri="{FF2B5EF4-FFF2-40B4-BE49-F238E27FC236}">
                  <a16:creationId xmlns:a16="http://schemas.microsoft.com/office/drawing/2014/main" id="{C35E8C8B-63FF-5A4F-9722-32F0D1EDB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6" y="2181"/>
              <a:ext cx="9" cy="10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20" name="Freeform 1020">
              <a:extLst>
                <a:ext uri="{FF2B5EF4-FFF2-40B4-BE49-F238E27FC236}">
                  <a16:creationId xmlns:a16="http://schemas.microsoft.com/office/drawing/2014/main" id="{B0E70D6E-4F6E-6043-97B4-544B81E78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9" y="2187"/>
              <a:ext cx="11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21" name="Freeform 1021">
              <a:extLst>
                <a:ext uri="{FF2B5EF4-FFF2-40B4-BE49-F238E27FC236}">
                  <a16:creationId xmlns:a16="http://schemas.microsoft.com/office/drawing/2014/main" id="{D3C0AD01-7B5C-0C4E-B2E9-4819FA061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3" y="2194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22" name="Freeform 1022">
              <a:extLst>
                <a:ext uri="{FF2B5EF4-FFF2-40B4-BE49-F238E27FC236}">
                  <a16:creationId xmlns:a16="http://schemas.microsoft.com/office/drawing/2014/main" id="{F79F9069-ED39-354C-A536-93A4DC2A0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" y="2200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23" name="Freeform 1023">
              <a:extLst>
                <a:ext uri="{FF2B5EF4-FFF2-40B4-BE49-F238E27FC236}">
                  <a16:creationId xmlns:a16="http://schemas.microsoft.com/office/drawing/2014/main" id="{90BEA847-9B36-3D4C-8781-7D644186D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1" y="2206"/>
              <a:ext cx="10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24" name="Freeform 1024">
              <a:extLst>
                <a:ext uri="{FF2B5EF4-FFF2-40B4-BE49-F238E27FC236}">
                  <a16:creationId xmlns:a16="http://schemas.microsoft.com/office/drawing/2014/main" id="{F893AEFE-2665-9D49-A11B-D714763AB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" y="2212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25" name="Freeform 1025">
              <a:extLst>
                <a:ext uri="{FF2B5EF4-FFF2-40B4-BE49-F238E27FC236}">
                  <a16:creationId xmlns:a16="http://schemas.microsoft.com/office/drawing/2014/main" id="{4739557A-72E3-3344-AB98-7BE1BEBDC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8" y="2219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5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26" name="Freeform 1026">
              <a:extLst>
                <a:ext uri="{FF2B5EF4-FFF2-40B4-BE49-F238E27FC236}">
                  <a16:creationId xmlns:a16="http://schemas.microsoft.com/office/drawing/2014/main" id="{2B9BAFC6-A881-BB42-B033-52B5E8852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3" y="2224"/>
              <a:ext cx="9" cy="11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27" name="Freeform 1027">
              <a:extLst>
                <a:ext uri="{FF2B5EF4-FFF2-40B4-BE49-F238E27FC236}">
                  <a16:creationId xmlns:a16="http://schemas.microsoft.com/office/drawing/2014/main" id="{09B711DC-38E4-B546-A7C9-4DA5A2E98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7" y="2231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28" name="Freeform 1028">
              <a:extLst>
                <a:ext uri="{FF2B5EF4-FFF2-40B4-BE49-F238E27FC236}">
                  <a16:creationId xmlns:a16="http://schemas.microsoft.com/office/drawing/2014/main" id="{A46C58E0-C4B4-DA49-8DA5-3CDFA7E627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0" y="2237"/>
              <a:ext cx="11" cy="10"/>
            </a:xfrm>
            <a:custGeom>
              <a:avLst/>
              <a:gdLst>
                <a:gd name="T0" fmla="*/ 5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7 h 21"/>
                <a:gd name="T8" fmla="*/ 5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5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7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29" name="Freeform 1029">
              <a:extLst>
                <a:ext uri="{FF2B5EF4-FFF2-40B4-BE49-F238E27FC236}">
                  <a16:creationId xmlns:a16="http://schemas.microsoft.com/office/drawing/2014/main" id="{D8665191-9B95-C94C-9BB3-ABEA5415D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5" y="2244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30" name="Freeform 1030">
              <a:extLst>
                <a:ext uri="{FF2B5EF4-FFF2-40B4-BE49-F238E27FC236}">
                  <a16:creationId xmlns:a16="http://schemas.microsoft.com/office/drawing/2014/main" id="{972908CB-788D-8542-9F0F-8911295E2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9" y="2249"/>
              <a:ext cx="9" cy="11"/>
            </a:xfrm>
            <a:custGeom>
              <a:avLst/>
              <a:gdLst>
                <a:gd name="T0" fmla="*/ 5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5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5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31" name="Freeform 1031">
              <a:extLst>
                <a:ext uri="{FF2B5EF4-FFF2-40B4-BE49-F238E27FC236}">
                  <a16:creationId xmlns:a16="http://schemas.microsoft.com/office/drawing/2014/main" id="{7107876A-3B8E-444A-83FD-5FB9DE46C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2" y="2256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32" name="Freeform 1032">
              <a:extLst>
                <a:ext uri="{FF2B5EF4-FFF2-40B4-BE49-F238E27FC236}">
                  <a16:creationId xmlns:a16="http://schemas.microsoft.com/office/drawing/2014/main" id="{A44B6D58-B149-FE43-8F49-A28529BBB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6" y="2262"/>
              <a:ext cx="10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33" name="Freeform 1033">
              <a:extLst>
                <a:ext uri="{FF2B5EF4-FFF2-40B4-BE49-F238E27FC236}">
                  <a16:creationId xmlns:a16="http://schemas.microsoft.com/office/drawing/2014/main" id="{ED57DFC6-9A1E-284E-8961-6863EFDB0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0" y="2268"/>
              <a:ext cx="10" cy="10"/>
            </a:xfrm>
            <a:custGeom>
              <a:avLst/>
              <a:gdLst>
                <a:gd name="T0" fmla="*/ 5 w 20"/>
                <a:gd name="T1" fmla="*/ 0 h 19"/>
                <a:gd name="T2" fmla="*/ 0 w 20"/>
                <a:gd name="T3" fmla="*/ 14 h 19"/>
                <a:gd name="T4" fmla="*/ 15 w 20"/>
                <a:gd name="T5" fmla="*/ 19 h 19"/>
                <a:gd name="T6" fmla="*/ 20 w 20"/>
                <a:gd name="T7" fmla="*/ 6 h 19"/>
                <a:gd name="T8" fmla="*/ 5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5" y="0"/>
                  </a:moveTo>
                  <a:lnTo>
                    <a:pt x="0" y="14"/>
                  </a:lnTo>
                  <a:lnTo>
                    <a:pt x="15" y="19"/>
                  </a:lnTo>
                  <a:lnTo>
                    <a:pt x="20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34" name="Freeform 1034">
              <a:extLst>
                <a:ext uri="{FF2B5EF4-FFF2-40B4-BE49-F238E27FC236}">
                  <a16:creationId xmlns:a16="http://schemas.microsoft.com/office/drawing/2014/main" id="{C135D8B6-1C70-354C-BE38-1C3947D5A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4" y="2275"/>
              <a:ext cx="10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35" name="Freeform 1035">
              <a:extLst>
                <a:ext uri="{FF2B5EF4-FFF2-40B4-BE49-F238E27FC236}">
                  <a16:creationId xmlns:a16="http://schemas.microsoft.com/office/drawing/2014/main" id="{1B4EFE7F-12DC-404E-85A7-6CBCE71BD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8" y="2281"/>
              <a:ext cx="10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36" name="Freeform 1036">
              <a:extLst>
                <a:ext uri="{FF2B5EF4-FFF2-40B4-BE49-F238E27FC236}">
                  <a16:creationId xmlns:a16="http://schemas.microsoft.com/office/drawing/2014/main" id="{E5CEBA69-CA97-074B-BBE6-F34551572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2" y="2287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37" name="Freeform 1037">
              <a:extLst>
                <a:ext uri="{FF2B5EF4-FFF2-40B4-BE49-F238E27FC236}">
                  <a16:creationId xmlns:a16="http://schemas.microsoft.com/office/drawing/2014/main" id="{C31BA12E-7E31-314B-9D84-D0CC244FE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6" y="2293"/>
              <a:ext cx="9" cy="9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38" name="Freeform 1038">
              <a:extLst>
                <a:ext uri="{FF2B5EF4-FFF2-40B4-BE49-F238E27FC236}">
                  <a16:creationId xmlns:a16="http://schemas.microsoft.com/office/drawing/2014/main" id="{308CE0FD-A42A-6E4F-9E56-242D7C3D4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" y="2300"/>
              <a:ext cx="11" cy="9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4 h 19"/>
                <a:gd name="T4" fmla="*/ 16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4"/>
                  </a:lnTo>
                  <a:lnTo>
                    <a:pt x="16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39" name="Freeform 1039">
              <a:extLst>
                <a:ext uri="{FF2B5EF4-FFF2-40B4-BE49-F238E27FC236}">
                  <a16:creationId xmlns:a16="http://schemas.microsoft.com/office/drawing/2014/main" id="{28FF6358-3E25-2D4A-B864-C4610919D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3" y="2305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40" name="Freeform 1040">
              <a:extLst>
                <a:ext uri="{FF2B5EF4-FFF2-40B4-BE49-F238E27FC236}">
                  <a16:creationId xmlns:a16="http://schemas.microsoft.com/office/drawing/2014/main" id="{7FC0EA83-9C3C-3443-AA17-9EEE1DBBF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8" y="2312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41" name="Freeform 1041">
              <a:extLst>
                <a:ext uri="{FF2B5EF4-FFF2-40B4-BE49-F238E27FC236}">
                  <a16:creationId xmlns:a16="http://schemas.microsoft.com/office/drawing/2014/main" id="{26D9D00A-F018-8546-9517-3CF7E274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1" y="2318"/>
              <a:ext cx="10" cy="10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4 h 21"/>
                <a:gd name="T4" fmla="*/ 13 w 19"/>
                <a:gd name="T5" fmla="*/ 21 h 21"/>
                <a:gd name="T6" fmla="*/ 19 w 19"/>
                <a:gd name="T7" fmla="*/ 8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4"/>
                  </a:lnTo>
                  <a:lnTo>
                    <a:pt x="13" y="21"/>
                  </a:lnTo>
                  <a:lnTo>
                    <a:pt x="19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42" name="Freeform 1042">
              <a:extLst>
                <a:ext uri="{FF2B5EF4-FFF2-40B4-BE49-F238E27FC236}">
                  <a16:creationId xmlns:a16="http://schemas.microsoft.com/office/drawing/2014/main" id="{EF5578E3-0E19-3946-9298-03B127BA0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415" y="2324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5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5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43" name="Freeform 1043">
              <a:extLst>
                <a:ext uri="{FF2B5EF4-FFF2-40B4-BE49-F238E27FC236}">
                  <a16:creationId xmlns:a16="http://schemas.microsoft.com/office/drawing/2014/main" id="{FF72C60E-1F57-EB4A-9CBE-982A518D0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9" y="2330"/>
              <a:ext cx="10" cy="11"/>
            </a:xfrm>
            <a:custGeom>
              <a:avLst/>
              <a:gdLst>
                <a:gd name="T0" fmla="*/ 6 w 21"/>
                <a:gd name="T1" fmla="*/ 0 h 21"/>
                <a:gd name="T2" fmla="*/ 0 w 21"/>
                <a:gd name="T3" fmla="*/ 13 h 21"/>
                <a:gd name="T4" fmla="*/ 15 w 21"/>
                <a:gd name="T5" fmla="*/ 21 h 21"/>
                <a:gd name="T6" fmla="*/ 21 w 21"/>
                <a:gd name="T7" fmla="*/ 8 h 21"/>
                <a:gd name="T8" fmla="*/ 6 w 2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21"/>
                <a:gd name="T17" fmla="*/ 21 w 21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21">
                  <a:moveTo>
                    <a:pt x="6" y="0"/>
                  </a:moveTo>
                  <a:lnTo>
                    <a:pt x="0" y="13"/>
                  </a:lnTo>
                  <a:lnTo>
                    <a:pt x="15" y="21"/>
                  </a:lnTo>
                  <a:lnTo>
                    <a:pt x="21" y="8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44" name="Freeform 1044">
              <a:extLst>
                <a:ext uri="{FF2B5EF4-FFF2-40B4-BE49-F238E27FC236}">
                  <a16:creationId xmlns:a16="http://schemas.microsoft.com/office/drawing/2014/main" id="{3EEF30DB-4AB1-734A-938C-15FF07C55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3" y="2337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45" name="Freeform 1045">
              <a:extLst>
                <a:ext uri="{FF2B5EF4-FFF2-40B4-BE49-F238E27FC236}">
                  <a16:creationId xmlns:a16="http://schemas.microsoft.com/office/drawing/2014/main" id="{99A9F789-64EB-6C49-B4E2-B3DB0DF10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7" y="2342"/>
              <a:ext cx="10" cy="11"/>
            </a:xfrm>
            <a:custGeom>
              <a:avLst/>
              <a:gdLst>
                <a:gd name="T0" fmla="*/ 6 w 19"/>
                <a:gd name="T1" fmla="*/ 0 h 21"/>
                <a:gd name="T2" fmla="*/ 0 w 19"/>
                <a:gd name="T3" fmla="*/ 13 h 21"/>
                <a:gd name="T4" fmla="*/ 14 w 19"/>
                <a:gd name="T5" fmla="*/ 21 h 21"/>
                <a:gd name="T6" fmla="*/ 19 w 19"/>
                <a:gd name="T7" fmla="*/ 7 h 21"/>
                <a:gd name="T8" fmla="*/ 6 w 19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21"/>
                <a:gd name="T17" fmla="*/ 19 w 19"/>
                <a:gd name="T18" fmla="*/ 21 h 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21">
                  <a:moveTo>
                    <a:pt x="6" y="0"/>
                  </a:moveTo>
                  <a:lnTo>
                    <a:pt x="0" y="13"/>
                  </a:lnTo>
                  <a:lnTo>
                    <a:pt x="14" y="21"/>
                  </a:lnTo>
                  <a:lnTo>
                    <a:pt x="19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46" name="Freeform 1046">
              <a:extLst>
                <a:ext uri="{FF2B5EF4-FFF2-40B4-BE49-F238E27FC236}">
                  <a16:creationId xmlns:a16="http://schemas.microsoft.com/office/drawing/2014/main" id="{267BBA17-F9C9-B344-AC30-2B6042423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0" y="2349"/>
              <a:ext cx="10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47" name="Freeform 1047">
              <a:extLst>
                <a:ext uri="{FF2B5EF4-FFF2-40B4-BE49-F238E27FC236}">
                  <a16:creationId xmlns:a16="http://schemas.microsoft.com/office/drawing/2014/main" id="{DB06D9DD-95A1-7B48-93D4-52D0D2F09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5" y="2356"/>
              <a:ext cx="9" cy="9"/>
            </a:xfrm>
            <a:custGeom>
              <a:avLst/>
              <a:gdLst>
                <a:gd name="T0" fmla="*/ 6 w 20"/>
                <a:gd name="T1" fmla="*/ 0 h 19"/>
                <a:gd name="T2" fmla="*/ 0 w 20"/>
                <a:gd name="T3" fmla="*/ 14 h 19"/>
                <a:gd name="T4" fmla="*/ 14 w 20"/>
                <a:gd name="T5" fmla="*/ 19 h 19"/>
                <a:gd name="T6" fmla="*/ 20 w 20"/>
                <a:gd name="T7" fmla="*/ 6 h 19"/>
                <a:gd name="T8" fmla="*/ 6 w 20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"/>
                <a:gd name="T16" fmla="*/ 0 h 19"/>
                <a:gd name="T17" fmla="*/ 20 w 20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" h="19">
                  <a:moveTo>
                    <a:pt x="6" y="0"/>
                  </a:moveTo>
                  <a:lnTo>
                    <a:pt x="0" y="14"/>
                  </a:lnTo>
                  <a:lnTo>
                    <a:pt x="14" y="19"/>
                  </a:lnTo>
                  <a:lnTo>
                    <a:pt x="20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48" name="Freeform 1048">
              <a:extLst>
                <a:ext uri="{FF2B5EF4-FFF2-40B4-BE49-F238E27FC236}">
                  <a16:creationId xmlns:a16="http://schemas.microsoft.com/office/drawing/2014/main" id="{11D9B420-2ED4-A547-9C69-36A18643D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8" y="2361"/>
              <a:ext cx="11" cy="10"/>
            </a:xfrm>
            <a:custGeom>
              <a:avLst/>
              <a:gdLst>
                <a:gd name="T0" fmla="*/ 6 w 21"/>
                <a:gd name="T1" fmla="*/ 0 h 19"/>
                <a:gd name="T2" fmla="*/ 0 w 21"/>
                <a:gd name="T3" fmla="*/ 13 h 19"/>
                <a:gd name="T4" fmla="*/ 15 w 21"/>
                <a:gd name="T5" fmla="*/ 19 h 19"/>
                <a:gd name="T6" fmla="*/ 21 w 21"/>
                <a:gd name="T7" fmla="*/ 6 h 19"/>
                <a:gd name="T8" fmla="*/ 6 w 21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"/>
                <a:gd name="T16" fmla="*/ 0 h 19"/>
                <a:gd name="T17" fmla="*/ 21 w 21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" h="19">
                  <a:moveTo>
                    <a:pt x="6" y="0"/>
                  </a:moveTo>
                  <a:lnTo>
                    <a:pt x="0" y="13"/>
                  </a:lnTo>
                  <a:lnTo>
                    <a:pt x="15" y="19"/>
                  </a:lnTo>
                  <a:lnTo>
                    <a:pt x="21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49" name="Freeform 1049">
              <a:extLst>
                <a:ext uri="{FF2B5EF4-FFF2-40B4-BE49-F238E27FC236}">
                  <a16:creationId xmlns:a16="http://schemas.microsoft.com/office/drawing/2014/main" id="{91125E22-AAAA-BF4A-AC2B-2A536CCB3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2" y="2368"/>
              <a:ext cx="10" cy="10"/>
            </a:xfrm>
            <a:custGeom>
              <a:avLst/>
              <a:gdLst>
                <a:gd name="T0" fmla="*/ 5 w 19"/>
                <a:gd name="T1" fmla="*/ 0 h 19"/>
                <a:gd name="T2" fmla="*/ 0 w 19"/>
                <a:gd name="T3" fmla="*/ 14 h 19"/>
                <a:gd name="T4" fmla="*/ 13 w 19"/>
                <a:gd name="T5" fmla="*/ 19 h 19"/>
                <a:gd name="T6" fmla="*/ 19 w 19"/>
                <a:gd name="T7" fmla="*/ 6 h 19"/>
                <a:gd name="T8" fmla="*/ 5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5" y="0"/>
                  </a:moveTo>
                  <a:lnTo>
                    <a:pt x="0" y="14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50" name="Freeform 1050">
              <a:extLst>
                <a:ext uri="{FF2B5EF4-FFF2-40B4-BE49-F238E27FC236}">
                  <a16:creationId xmlns:a16="http://schemas.microsoft.com/office/drawing/2014/main" id="{5791ECD1-AEFA-0443-BC79-3B61F8FFC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7" y="2374"/>
              <a:ext cx="9" cy="9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4 w 19"/>
                <a:gd name="T5" fmla="*/ 19 h 19"/>
                <a:gd name="T6" fmla="*/ 19 w 19"/>
                <a:gd name="T7" fmla="*/ 5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4" y="19"/>
                  </a:lnTo>
                  <a:lnTo>
                    <a:pt x="19" y="5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51" name="Freeform 1051">
              <a:extLst>
                <a:ext uri="{FF2B5EF4-FFF2-40B4-BE49-F238E27FC236}">
                  <a16:creationId xmlns:a16="http://schemas.microsoft.com/office/drawing/2014/main" id="{E2ACB98E-2E33-E242-BF2E-2C0DC0632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0" y="2380"/>
              <a:ext cx="9" cy="10"/>
            </a:xfrm>
            <a:custGeom>
              <a:avLst/>
              <a:gdLst>
                <a:gd name="T0" fmla="*/ 6 w 19"/>
                <a:gd name="T1" fmla="*/ 0 h 19"/>
                <a:gd name="T2" fmla="*/ 0 w 19"/>
                <a:gd name="T3" fmla="*/ 13 h 19"/>
                <a:gd name="T4" fmla="*/ 13 w 19"/>
                <a:gd name="T5" fmla="*/ 19 h 19"/>
                <a:gd name="T6" fmla="*/ 19 w 19"/>
                <a:gd name="T7" fmla="*/ 6 h 19"/>
                <a:gd name="T8" fmla="*/ 6 w 19"/>
                <a:gd name="T9" fmla="*/ 0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"/>
                <a:gd name="T16" fmla="*/ 0 h 19"/>
                <a:gd name="T17" fmla="*/ 19 w 19"/>
                <a:gd name="T18" fmla="*/ 19 h 1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" h="19">
                  <a:moveTo>
                    <a:pt x="6" y="0"/>
                  </a:moveTo>
                  <a:lnTo>
                    <a:pt x="0" y="13"/>
                  </a:lnTo>
                  <a:lnTo>
                    <a:pt x="13" y="19"/>
                  </a:lnTo>
                  <a:lnTo>
                    <a:pt x="19" y="6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52" name="Freeform 1052">
              <a:extLst>
                <a:ext uri="{FF2B5EF4-FFF2-40B4-BE49-F238E27FC236}">
                  <a16:creationId xmlns:a16="http://schemas.microsoft.com/office/drawing/2014/main" id="{BE51981E-B2FE-814D-A43E-07B091F55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" y="2386"/>
              <a:ext cx="4" cy="8"/>
            </a:xfrm>
            <a:custGeom>
              <a:avLst/>
              <a:gdLst>
                <a:gd name="T0" fmla="*/ 6 w 8"/>
                <a:gd name="T1" fmla="*/ 0 h 16"/>
                <a:gd name="T2" fmla="*/ 0 w 8"/>
                <a:gd name="T3" fmla="*/ 14 h 16"/>
                <a:gd name="T4" fmla="*/ 2 w 8"/>
                <a:gd name="T5" fmla="*/ 16 h 16"/>
                <a:gd name="T6" fmla="*/ 8 w 8"/>
                <a:gd name="T7" fmla="*/ 2 h 16"/>
                <a:gd name="T8" fmla="*/ 6 w 8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"/>
                <a:gd name="T16" fmla="*/ 0 h 16"/>
                <a:gd name="T17" fmla="*/ 8 w 8"/>
                <a:gd name="T18" fmla="*/ 16 h 1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" h="16">
                  <a:moveTo>
                    <a:pt x="6" y="0"/>
                  </a:moveTo>
                  <a:lnTo>
                    <a:pt x="0" y="14"/>
                  </a:lnTo>
                  <a:lnTo>
                    <a:pt x="2" y="16"/>
                  </a:lnTo>
                  <a:lnTo>
                    <a:pt x="8" y="2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053" name="Rectangle 1053">
            <a:extLst>
              <a:ext uri="{FF2B5EF4-FFF2-40B4-BE49-F238E27FC236}">
                <a16:creationId xmlns:a16="http://schemas.microsoft.com/office/drawing/2014/main" id="{59F02E4C-CEF3-9846-9DB7-60510E681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586" y="2466181"/>
            <a:ext cx="2636838" cy="69215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60000"/>
              </a:prst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54" name="Rectangle 1054">
            <a:extLst>
              <a:ext uri="{FF2B5EF4-FFF2-40B4-BE49-F238E27FC236}">
                <a16:creationId xmlns:a16="http://schemas.microsoft.com/office/drawing/2014/main" id="{D1107B0D-8948-6B4B-BEE9-0BB1D2D69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092" y="2542381"/>
            <a:ext cx="1923411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 3" pitchFamily="18" charset="2"/>
              <a:buNone/>
            </a:pPr>
            <a:r>
              <a:rPr lang="de-DE" sz="1600" b="1" dirty="0">
                <a:solidFill>
                  <a:schemeClr val="bg1"/>
                </a:solidFill>
              </a:rPr>
              <a:t>Professional-</a:t>
            </a:r>
            <a:r>
              <a:rPr lang="de-DE" sz="1600" b="1" dirty="0" err="1">
                <a:solidFill>
                  <a:schemeClr val="bg1"/>
                </a:solidFill>
              </a:rPr>
              <a:t>technical</a:t>
            </a:r>
            <a:r>
              <a:rPr lang="de-DE" sz="1600" b="1" dirty="0">
                <a:solidFill>
                  <a:schemeClr val="bg1"/>
                </a:solidFill>
              </a:rPr>
              <a:t>:</a:t>
            </a:r>
            <a:br>
              <a:rPr lang="de-DE" sz="1600" b="1" dirty="0">
                <a:solidFill>
                  <a:schemeClr val="bg1"/>
                </a:solidFill>
              </a:rPr>
            </a:br>
            <a:r>
              <a:rPr lang="de-DE" sz="1600" b="1" dirty="0" err="1">
                <a:solidFill>
                  <a:schemeClr val="bg1"/>
                </a:solidFill>
              </a:rPr>
              <a:t>Methods</a:t>
            </a:r>
            <a:r>
              <a:rPr lang="de-DE" sz="1600" b="1" dirty="0">
                <a:solidFill>
                  <a:schemeClr val="bg1"/>
                </a:solidFill>
              </a:rPr>
              <a:t> </a:t>
            </a:r>
            <a:r>
              <a:rPr lang="de-DE" sz="1600" b="1" dirty="0" err="1">
                <a:solidFill>
                  <a:schemeClr val="bg1"/>
                </a:solidFill>
              </a:rPr>
              <a:t>and</a:t>
            </a:r>
            <a:r>
              <a:rPr lang="de-DE" sz="1600" b="1" dirty="0">
                <a:solidFill>
                  <a:schemeClr val="bg1"/>
                </a:solidFill>
              </a:rPr>
              <a:t> Models</a:t>
            </a:r>
          </a:p>
        </p:txBody>
      </p:sp>
      <p:sp>
        <p:nvSpPr>
          <p:cNvPr id="1055" name="Rectangle 1055">
            <a:extLst>
              <a:ext uri="{FF2B5EF4-FFF2-40B4-BE49-F238E27FC236}">
                <a16:creationId xmlns:a16="http://schemas.microsoft.com/office/drawing/2014/main" id="{F77CA96C-B3D6-A647-B74F-F3B450B1C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6411" y="2480469"/>
            <a:ext cx="2636838" cy="69056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60000"/>
              </a:prst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56" name="Rectangle 1056">
            <a:extLst>
              <a:ext uri="{FF2B5EF4-FFF2-40B4-BE49-F238E27FC236}">
                <a16:creationId xmlns:a16="http://schemas.microsoft.com/office/drawing/2014/main" id="{BD4545D7-3411-9649-A1F5-7452AC58F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3557" y="2564517"/>
            <a:ext cx="1835247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ctr">
              <a:buFont typeface="Wingdings 3" pitchFamily="18" charset="2"/>
              <a:buNone/>
            </a:pPr>
            <a:r>
              <a:rPr lang="de-DE" sz="1600" b="1" dirty="0" err="1">
                <a:solidFill>
                  <a:schemeClr val="bg1"/>
                </a:solidFill>
              </a:rPr>
              <a:t>Organizational</a:t>
            </a:r>
            <a:r>
              <a:rPr lang="de-DE" sz="1600" b="1" dirty="0">
                <a:solidFill>
                  <a:schemeClr val="bg1"/>
                </a:solidFill>
              </a:rPr>
              <a:t>:</a:t>
            </a:r>
          </a:p>
          <a:p>
            <a:pPr algn="ctr">
              <a:buFont typeface="Wingdings 3" pitchFamily="18" charset="2"/>
              <a:buNone/>
            </a:pPr>
            <a:r>
              <a:rPr lang="de-DE" sz="1600" b="1" dirty="0">
                <a:solidFill>
                  <a:schemeClr val="bg1"/>
                </a:solidFill>
              </a:rPr>
              <a:t> Project Management</a:t>
            </a:r>
          </a:p>
        </p:txBody>
      </p:sp>
      <p:sp>
        <p:nvSpPr>
          <p:cNvPr id="1057" name="Rectangle 1057">
            <a:extLst>
              <a:ext uri="{FF2B5EF4-FFF2-40B4-BE49-F238E27FC236}">
                <a16:creationId xmlns:a16="http://schemas.microsoft.com/office/drawing/2014/main" id="{05C4A8A2-0C32-954C-8BD9-2992A6D54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224" y="3431381"/>
            <a:ext cx="361632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058" name="Rectangle 1058">
            <a:extLst>
              <a:ext uri="{FF2B5EF4-FFF2-40B4-BE49-F238E27FC236}">
                <a16:creationId xmlns:a16="http://schemas.microsoft.com/office/drawing/2014/main" id="{1E026AF6-C969-0642-920B-ED19E0149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536" y="3472656"/>
            <a:ext cx="215674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 3" pitchFamily="18" charset="2"/>
              <a:buNone/>
            </a:pPr>
            <a:r>
              <a:rPr lang="de-DE" sz="1600" b="1" u="sng" dirty="0">
                <a:solidFill>
                  <a:srgbClr val="FF0000"/>
                </a:solidFill>
              </a:rPr>
              <a:t>Dynamic: </a:t>
            </a:r>
            <a:r>
              <a:rPr lang="de-DE" sz="1600" b="1" u="sng" dirty="0" err="1">
                <a:solidFill>
                  <a:srgbClr val="FF0000"/>
                </a:solidFill>
              </a:rPr>
              <a:t>Process</a:t>
            </a:r>
            <a:r>
              <a:rPr lang="de-DE" sz="1600" b="1" u="sng" dirty="0">
                <a:solidFill>
                  <a:srgbClr val="FF0000"/>
                </a:solidFill>
              </a:rPr>
              <a:t> </a:t>
            </a:r>
            <a:r>
              <a:rPr lang="de-DE" sz="1600" b="1" u="sng" dirty="0" err="1">
                <a:solidFill>
                  <a:srgbClr val="FF0000"/>
                </a:solidFill>
              </a:rPr>
              <a:t>models</a:t>
            </a:r>
            <a:endParaRPr lang="de-DE" sz="1600" b="1" u="sng" dirty="0">
              <a:solidFill>
                <a:srgbClr val="FF0000"/>
              </a:solidFill>
            </a:endParaRPr>
          </a:p>
        </p:txBody>
      </p:sp>
      <p:sp>
        <p:nvSpPr>
          <p:cNvPr id="1059" name="Rectangle 1059">
            <a:extLst>
              <a:ext uri="{FF2B5EF4-FFF2-40B4-BE49-F238E27FC236}">
                <a16:creationId xmlns:a16="http://schemas.microsoft.com/office/drawing/2014/main" id="{7AE348C7-A0B3-DF4D-929A-ED84B7835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536" y="3707875"/>
            <a:ext cx="339740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 3" pitchFamily="18" charset="2"/>
              <a:buNone/>
            </a:pPr>
            <a:r>
              <a:rPr lang="de-DE" sz="1600" dirty="0">
                <a:solidFill>
                  <a:srgbClr val="FF3300"/>
                </a:solidFill>
              </a:rPr>
              <a:t>Situation, </a:t>
            </a:r>
            <a:r>
              <a:rPr lang="de-DE" sz="1600" dirty="0" err="1">
                <a:solidFill>
                  <a:srgbClr val="FF3300"/>
                </a:solidFill>
              </a:rPr>
              <a:t>requirement</a:t>
            </a:r>
            <a:r>
              <a:rPr lang="de-DE" sz="1600" dirty="0">
                <a:solidFill>
                  <a:srgbClr val="FF3300"/>
                </a:solidFill>
              </a:rPr>
              <a:t> </a:t>
            </a:r>
            <a:r>
              <a:rPr lang="de-DE" sz="1600" dirty="0" err="1">
                <a:solidFill>
                  <a:srgbClr val="FF3300"/>
                </a:solidFill>
              </a:rPr>
              <a:t>analysis</a:t>
            </a:r>
            <a:r>
              <a:rPr lang="de-DE" sz="1600" dirty="0">
                <a:solidFill>
                  <a:srgbClr val="FF3300"/>
                </a:solidFill>
              </a:rPr>
              <a:t>, </a:t>
            </a:r>
            <a:r>
              <a:rPr lang="de-DE" sz="1600" dirty="0" err="1">
                <a:solidFill>
                  <a:srgbClr val="FF3300"/>
                </a:solidFill>
              </a:rPr>
              <a:t>concept</a:t>
            </a:r>
            <a:r>
              <a:rPr lang="de-DE" sz="1600" dirty="0">
                <a:solidFill>
                  <a:srgbClr val="FF3300"/>
                </a:solidFill>
              </a:rPr>
              <a:t>,</a:t>
            </a:r>
          </a:p>
        </p:txBody>
      </p:sp>
      <p:sp>
        <p:nvSpPr>
          <p:cNvPr id="1060" name="Rectangle 1060">
            <a:extLst>
              <a:ext uri="{FF2B5EF4-FFF2-40B4-BE49-F238E27FC236}">
                <a16:creationId xmlns:a16="http://schemas.microsoft.com/office/drawing/2014/main" id="{1C7E96D0-E1EF-C54F-9068-612CE6BA7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536" y="3921259"/>
            <a:ext cx="3578416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 3" pitchFamily="18" charset="2"/>
              <a:buNone/>
            </a:pPr>
            <a:r>
              <a:rPr lang="de-DE" sz="1600" dirty="0" err="1">
                <a:solidFill>
                  <a:srgbClr val="FF3300"/>
                </a:solidFill>
              </a:rPr>
              <a:t>implementation</a:t>
            </a:r>
            <a:r>
              <a:rPr lang="de-DE" sz="1600" dirty="0">
                <a:solidFill>
                  <a:srgbClr val="FF3300"/>
                </a:solidFill>
              </a:rPr>
              <a:t> </a:t>
            </a:r>
            <a:r>
              <a:rPr lang="de-DE" sz="1600" dirty="0" err="1">
                <a:solidFill>
                  <a:srgbClr val="FF3300"/>
                </a:solidFill>
              </a:rPr>
              <a:t>and</a:t>
            </a:r>
            <a:r>
              <a:rPr lang="de-DE" sz="1600" dirty="0">
                <a:solidFill>
                  <a:srgbClr val="FF3300"/>
                </a:solidFill>
              </a:rPr>
              <a:t> </a:t>
            </a:r>
            <a:r>
              <a:rPr lang="de-DE" sz="1600" dirty="0" err="1">
                <a:solidFill>
                  <a:srgbClr val="FF3300"/>
                </a:solidFill>
              </a:rPr>
              <a:t>system</a:t>
            </a:r>
            <a:r>
              <a:rPr lang="de-DE" sz="1600" dirty="0">
                <a:solidFill>
                  <a:srgbClr val="FF3300"/>
                </a:solidFill>
              </a:rPr>
              <a:t> </a:t>
            </a:r>
            <a:r>
              <a:rPr lang="de-DE" sz="1600" dirty="0" err="1">
                <a:solidFill>
                  <a:srgbClr val="FF3300"/>
                </a:solidFill>
              </a:rPr>
              <a:t>integration</a:t>
            </a:r>
            <a:r>
              <a:rPr lang="de-DE" sz="1600" dirty="0">
                <a:solidFill>
                  <a:srgbClr val="FF3300"/>
                </a:solidFill>
              </a:rPr>
              <a:t>, ... </a:t>
            </a:r>
          </a:p>
        </p:txBody>
      </p:sp>
      <p:sp>
        <p:nvSpPr>
          <p:cNvPr id="1061" name="Rectangle 1061">
            <a:extLst>
              <a:ext uri="{FF2B5EF4-FFF2-40B4-BE49-F238E27FC236}">
                <a16:creationId xmlns:a16="http://schemas.microsoft.com/office/drawing/2014/main" id="{59A31B89-3D52-DC4B-9296-4818A364A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536" y="5018881"/>
            <a:ext cx="120654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 3" pitchFamily="18" charset="2"/>
              <a:buNone/>
            </a:pPr>
            <a:r>
              <a:rPr lang="de-DE" sz="1600" b="1" u="sng" dirty="0"/>
              <a:t>Support </a:t>
            </a:r>
            <a:r>
              <a:rPr lang="de-DE" sz="1600" b="1" u="sng" dirty="0" err="1"/>
              <a:t>tasks</a:t>
            </a:r>
            <a:r>
              <a:rPr lang="de-DE" sz="1600" b="1" u="sng" dirty="0"/>
              <a:t> </a:t>
            </a:r>
          </a:p>
        </p:txBody>
      </p:sp>
      <p:sp>
        <p:nvSpPr>
          <p:cNvPr id="1062" name="Rectangle 1062">
            <a:extLst>
              <a:ext uri="{FF2B5EF4-FFF2-40B4-BE49-F238E27FC236}">
                <a16:creationId xmlns:a16="http://schemas.microsoft.com/office/drawing/2014/main" id="{1C1F4F9C-0A55-3E47-AB66-DBEB6BC66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536" y="5265123"/>
            <a:ext cx="387362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 3" pitchFamily="18" charset="2"/>
              <a:buNone/>
            </a:pPr>
            <a:r>
              <a:rPr lang="de-DE" sz="1600" dirty="0" err="1"/>
              <a:t>Configuration</a:t>
            </a:r>
            <a:r>
              <a:rPr lang="de-DE" sz="1600" dirty="0"/>
              <a:t> </a:t>
            </a:r>
            <a:r>
              <a:rPr lang="de-DE" sz="1600" dirty="0" err="1"/>
              <a:t>management</a:t>
            </a:r>
            <a:r>
              <a:rPr lang="de-DE" sz="1600" dirty="0"/>
              <a:t>, </a:t>
            </a:r>
            <a:r>
              <a:rPr lang="de-DE" sz="1600" dirty="0" err="1"/>
              <a:t>quality</a:t>
            </a:r>
            <a:r>
              <a:rPr lang="de-DE" sz="1600" dirty="0"/>
              <a:t> </a:t>
            </a:r>
            <a:r>
              <a:rPr lang="de-DE" sz="1600" dirty="0" err="1"/>
              <a:t>assurance</a:t>
            </a:r>
            <a:r>
              <a:rPr lang="de-DE" sz="1600" dirty="0"/>
              <a:t>,</a:t>
            </a:r>
          </a:p>
        </p:txBody>
      </p:sp>
      <p:sp>
        <p:nvSpPr>
          <p:cNvPr id="1063" name="Rectangle 1063">
            <a:extLst>
              <a:ext uri="{FF2B5EF4-FFF2-40B4-BE49-F238E27FC236}">
                <a16:creationId xmlns:a16="http://schemas.microsoft.com/office/drawing/2014/main" id="{FAA450FD-649F-E045-8B96-42FFECF3E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536" y="5504375"/>
            <a:ext cx="328474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 3" pitchFamily="18" charset="2"/>
              <a:buNone/>
            </a:pPr>
            <a:r>
              <a:rPr lang="de-DE" sz="1600" dirty="0" err="1"/>
              <a:t>documentation</a:t>
            </a:r>
            <a:r>
              <a:rPr lang="de-DE" sz="1600" dirty="0"/>
              <a:t>, </a:t>
            </a:r>
            <a:r>
              <a:rPr lang="de-DE" sz="1600" dirty="0" err="1"/>
              <a:t>profitability</a:t>
            </a:r>
            <a:r>
              <a:rPr lang="de-DE" sz="1600" dirty="0"/>
              <a:t> </a:t>
            </a:r>
            <a:r>
              <a:rPr lang="de-DE" sz="1600" dirty="0" err="1"/>
              <a:t>calculation</a:t>
            </a:r>
            <a:endParaRPr lang="de-DE" sz="1600" dirty="0"/>
          </a:p>
        </p:txBody>
      </p:sp>
      <p:sp>
        <p:nvSpPr>
          <p:cNvPr id="1064" name="Rectangle 1064">
            <a:extLst>
              <a:ext uri="{FF2B5EF4-FFF2-40B4-BE49-F238E27FC236}">
                <a16:creationId xmlns:a16="http://schemas.microsoft.com/office/drawing/2014/main" id="{C164E07A-553C-EE44-BA98-30499816B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336" y="3442494"/>
            <a:ext cx="1833563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065" name="Rectangle 1065">
            <a:extLst>
              <a:ext uri="{FF2B5EF4-FFF2-40B4-BE49-F238E27FC236}">
                <a16:creationId xmlns:a16="http://schemas.microsoft.com/office/drawing/2014/main" id="{3207F2EC-64D4-5540-80D8-DC937AED4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2649" y="3464719"/>
            <a:ext cx="135261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 3" pitchFamily="18" charset="2"/>
              <a:buNone/>
            </a:pPr>
            <a:r>
              <a:rPr lang="de-DE" sz="1600" dirty="0">
                <a:solidFill>
                  <a:srgbClr val="0000FF"/>
                </a:solidFill>
              </a:rPr>
              <a:t>Sharing </a:t>
            </a:r>
            <a:r>
              <a:rPr lang="de-DE" sz="1600" dirty="0" err="1">
                <a:solidFill>
                  <a:srgbClr val="0000FF"/>
                </a:solidFill>
              </a:rPr>
              <a:t>of</a:t>
            </a:r>
            <a:r>
              <a:rPr lang="de-DE" sz="1600" dirty="0">
                <a:solidFill>
                  <a:srgbClr val="0000FF"/>
                </a:solidFill>
              </a:rPr>
              <a:t> </a:t>
            </a:r>
            <a:r>
              <a:rPr lang="de-DE" sz="1600" dirty="0" err="1">
                <a:solidFill>
                  <a:srgbClr val="0000FF"/>
                </a:solidFill>
              </a:rPr>
              <a:t>work</a:t>
            </a:r>
            <a:r>
              <a:rPr lang="de-DE" sz="1600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1066" name="Rectangle 1066">
            <a:extLst>
              <a:ext uri="{FF2B5EF4-FFF2-40B4-BE49-F238E27FC236}">
                <a16:creationId xmlns:a16="http://schemas.microsoft.com/office/drawing/2014/main" id="{5B5D4F86-87B5-1947-AAEA-51E877872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336" y="3852069"/>
            <a:ext cx="2424113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067" name="Rectangle 1067">
            <a:extLst>
              <a:ext uri="{FF2B5EF4-FFF2-40B4-BE49-F238E27FC236}">
                <a16:creationId xmlns:a16="http://schemas.microsoft.com/office/drawing/2014/main" id="{ABE37322-0BC5-B041-9348-4BFD923C2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336" y="3880644"/>
            <a:ext cx="2076450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068" name="Rectangle 1068">
            <a:extLst>
              <a:ext uri="{FF2B5EF4-FFF2-40B4-BE49-F238E27FC236}">
                <a16:creationId xmlns:a16="http://schemas.microsoft.com/office/drawing/2014/main" id="{B3AAEC69-9BB7-5C4D-894C-A67D6E01A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2649" y="3921919"/>
            <a:ext cx="208499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 3" pitchFamily="18" charset="2"/>
              <a:buNone/>
            </a:pPr>
            <a:r>
              <a:rPr lang="de-DE" sz="1600" dirty="0"/>
              <a:t>Motivation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employees</a:t>
            </a:r>
            <a:endParaRPr lang="de-DE" sz="1600" dirty="0"/>
          </a:p>
        </p:txBody>
      </p:sp>
      <p:sp>
        <p:nvSpPr>
          <p:cNvPr id="1069" name="Rectangle 1069">
            <a:extLst>
              <a:ext uri="{FF2B5EF4-FFF2-40B4-BE49-F238E27FC236}">
                <a16:creationId xmlns:a16="http://schemas.microsoft.com/office/drawing/2014/main" id="{77DCF224-C4EE-1E4C-A442-C35ECFD1A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5336" y="4318794"/>
            <a:ext cx="1573213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070" name="Rectangle 1070">
            <a:extLst>
              <a:ext uri="{FF2B5EF4-FFF2-40B4-BE49-F238E27FC236}">
                <a16:creationId xmlns:a16="http://schemas.microsoft.com/office/drawing/2014/main" id="{10A292BC-365D-6942-B3D2-D2C624B1D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2649" y="4360069"/>
            <a:ext cx="188782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 3" pitchFamily="18" charset="2"/>
              <a:buNone/>
            </a:pPr>
            <a:r>
              <a:rPr lang="de-DE" sz="1600" dirty="0">
                <a:solidFill>
                  <a:srgbClr val="0000FF"/>
                </a:solidFill>
              </a:rPr>
              <a:t>Workflow </a:t>
            </a:r>
            <a:r>
              <a:rPr lang="de-DE" sz="1600" dirty="0" err="1">
                <a:solidFill>
                  <a:srgbClr val="0000FF"/>
                </a:solidFill>
              </a:rPr>
              <a:t>organization</a:t>
            </a:r>
            <a:endParaRPr lang="de-DE" sz="1600" dirty="0">
              <a:solidFill>
                <a:srgbClr val="0000FF"/>
              </a:solidFill>
            </a:endParaRPr>
          </a:p>
        </p:txBody>
      </p:sp>
      <p:sp>
        <p:nvSpPr>
          <p:cNvPr id="1071" name="Line 1071">
            <a:extLst>
              <a:ext uri="{FF2B5EF4-FFF2-40B4-BE49-F238E27FC236}">
                <a16:creationId xmlns:a16="http://schemas.microsoft.com/office/drawing/2014/main" id="{6AADB2CF-6FBF-634C-94D0-558A5BE239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21400" y="3180556"/>
            <a:ext cx="6600" cy="262515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072" name="Line 1072">
            <a:extLst>
              <a:ext uri="{FF2B5EF4-FFF2-40B4-BE49-F238E27FC236}">
                <a16:creationId xmlns:a16="http://schemas.microsoft.com/office/drawing/2014/main" id="{384ECDEA-3E03-5248-93E7-DE790D52BB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8474" y="3612356"/>
            <a:ext cx="290512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073" name="Line 1073">
            <a:extLst>
              <a:ext uri="{FF2B5EF4-FFF2-40B4-BE49-F238E27FC236}">
                <a16:creationId xmlns:a16="http://schemas.microsoft.com/office/drawing/2014/main" id="{45E90FC9-C4F5-6344-AEEB-337B3E7B5D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8474" y="4044156"/>
            <a:ext cx="290512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074" name="Line 1074">
            <a:extLst>
              <a:ext uri="{FF2B5EF4-FFF2-40B4-BE49-F238E27FC236}">
                <a16:creationId xmlns:a16="http://schemas.microsoft.com/office/drawing/2014/main" id="{EB94CCC3-E4B0-9544-A6C1-173C00FB8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8474" y="4482306"/>
            <a:ext cx="290512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075" name="Line 1075">
            <a:extLst>
              <a:ext uri="{FF2B5EF4-FFF2-40B4-BE49-F238E27FC236}">
                <a16:creationId xmlns:a16="http://schemas.microsoft.com/office/drawing/2014/main" id="{C0A5C18F-E0A2-CF4F-B7A2-C1B6761EE5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8474" y="4917281"/>
            <a:ext cx="290512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076" name="Line 1076">
            <a:extLst>
              <a:ext uri="{FF2B5EF4-FFF2-40B4-BE49-F238E27FC236}">
                <a16:creationId xmlns:a16="http://schemas.microsoft.com/office/drawing/2014/main" id="{A42A2502-EAE8-3148-9873-54504D79E8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8474" y="5352256"/>
            <a:ext cx="290512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077" name="Line 1077">
            <a:extLst>
              <a:ext uri="{FF2B5EF4-FFF2-40B4-BE49-F238E27FC236}">
                <a16:creationId xmlns:a16="http://schemas.microsoft.com/office/drawing/2014/main" id="{0DBCC28A-D123-6046-BF9B-A972F831C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536" y="3159919"/>
            <a:ext cx="6350" cy="21939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078" name="Line 1078">
            <a:extLst>
              <a:ext uri="{FF2B5EF4-FFF2-40B4-BE49-F238E27FC236}">
                <a16:creationId xmlns:a16="http://schemas.microsoft.com/office/drawing/2014/main" id="{A3FDAE37-052B-A349-9D9C-F9D7F8FD35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536" y="3812381"/>
            <a:ext cx="303213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079" name="Line 1079">
            <a:extLst>
              <a:ext uri="{FF2B5EF4-FFF2-40B4-BE49-F238E27FC236}">
                <a16:creationId xmlns:a16="http://schemas.microsoft.com/office/drawing/2014/main" id="{3BB6942D-637F-C54A-A58F-A73EC53E42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536" y="5350669"/>
            <a:ext cx="303213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080" name="Rectangle 1081">
            <a:extLst>
              <a:ext uri="{FF2B5EF4-FFF2-40B4-BE49-F238E27FC236}">
                <a16:creationId xmlns:a16="http://schemas.microsoft.com/office/drawing/2014/main" id="{D40F57DF-0A4C-C34D-8A17-88460E787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2649" y="5217319"/>
            <a:ext cx="9683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 3" pitchFamily="18" charset="2"/>
              <a:buNone/>
            </a:pPr>
            <a:r>
              <a:rPr lang="de-DE" sz="1600" dirty="0"/>
              <a:t>Controlling</a:t>
            </a:r>
          </a:p>
        </p:txBody>
      </p:sp>
      <p:sp>
        <p:nvSpPr>
          <p:cNvPr id="1081" name="Rectangle 1082">
            <a:extLst>
              <a:ext uri="{FF2B5EF4-FFF2-40B4-BE49-F238E27FC236}">
                <a16:creationId xmlns:a16="http://schemas.microsoft.com/office/drawing/2014/main" id="{074B0774-5A69-A746-AD85-CAD9FF3C2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224" y="4258469"/>
            <a:ext cx="3616325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082" name="Rectangle 1083">
            <a:extLst>
              <a:ext uri="{FF2B5EF4-FFF2-40B4-BE49-F238E27FC236}">
                <a16:creationId xmlns:a16="http://schemas.microsoft.com/office/drawing/2014/main" id="{3E2A183E-09DB-4C45-BD94-C92AEC28F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536" y="4314121"/>
            <a:ext cx="35307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 3" pitchFamily="18" charset="2"/>
              <a:buNone/>
            </a:pPr>
            <a:r>
              <a:rPr lang="de-DE" sz="1600" b="1" u="sng" dirty="0" err="1">
                <a:solidFill>
                  <a:srgbClr val="0000FF"/>
                </a:solidFill>
              </a:rPr>
              <a:t>Static</a:t>
            </a:r>
            <a:r>
              <a:rPr lang="de-DE" sz="1600" b="1" u="sng" dirty="0">
                <a:solidFill>
                  <a:srgbClr val="0000FF"/>
                </a:solidFill>
              </a:rPr>
              <a:t> </a:t>
            </a:r>
            <a:r>
              <a:rPr lang="de-DE" sz="1600" b="1" u="sng" dirty="0" err="1">
                <a:solidFill>
                  <a:srgbClr val="0000FF"/>
                </a:solidFill>
              </a:rPr>
              <a:t>shape</a:t>
            </a:r>
            <a:r>
              <a:rPr lang="de-DE" sz="1600" b="1" u="sng" dirty="0">
                <a:solidFill>
                  <a:srgbClr val="0000FF"/>
                </a:solidFill>
              </a:rPr>
              <a:t>, form, </a:t>
            </a:r>
            <a:r>
              <a:rPr lang="de-DE" sz="1600" b="1" u="sng" dirty="0" err="1">
                <a:solidFill>
                  <a:srgbClr val="0000FF"/>
                </a:solidFill>
              </a:rPr>
              <a:t>figure</a:t>
            </a:r>
            <a:r>
              <a:rPr lang="de-DE" sz="1600" b="1" u="sng" dirty="0">
                <a:solidFill>
                  <a:srgbClr val="0000FF"/>
                </a:solidFill>
              </a:rPr>
              <a:t>: System </a:t>
            </a:r>
            <a:r>
              <a:rPr lang="de-DE" sz="1600" b="1" u="sng" dirty="0" err="1">
                <a:solidFill>
                  <a:srgbClr val="0000FF"/>
                </a:solidFill>
              </a:rPr>
              <a:t>models</a:t>
            </a:r>
            <a:endParaRPr lang="de-DE" sz="1600" b="1" u="sng" dirty="0">
              <a:solidFill>
                <a:srgbClr val="0000FF"/>
              </a:solidFill>
            </a:endParaRPr>
          </a:p>
        </p:txBody>
      </p:sp>
      <p:sp>
        <p:nvSpPr>
          <p:cNvPr id="1083" name="Rectangle 1084">
            <a:extLst>
              <a:ext uri="{FF2B5EF4-FFF2-40B4-BE49-F238E27FC236}">
                <a16:creationId xmlns:a16="http://schemas.microsoft.com/office/drawing/2014/main" id="{FB1EEE94-78B7-B540-99D7-BDADCEFA3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536" y="4580161"/>
            <a:ext cx="328994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 3" pitchFamily="18" charset="2"/>
              <a:buNone/>
            </a:pPr>
            <a:r>
              <a:rPr lang="de-DE" sz="1600" dirty="0">
                <a:solidFill>
                  <a:srgbClr val="0000FF"/>
                </a:solidFill>
              </a:rPr>
              <a:t>Petri, SA, SADT, ERM, UML, ARIS, BPMN</a:t>
            </a:r>
          </a:p>
        </p:txBody>
      </p:sp>
      <p:sp>
        <p:nvSpPr>
          <p:cNvPr id="1084" name="Line 1085">
            <a:extLst>
              <a:ext uri="{FF2B5EF4-FFF2-40B4-BE49-F238E27FC236}">
                <a16:creationId xmlns:a16="http://schemas.microsoft.com/office/drawing/2014/main" id="{E404B6CC-7024-A34A-8DBB-1FEC3464CB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536" y="4674394"/>
            <a:ext cx="303213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085" name="Line 1076">
            <a:extLst>
              <a:ext uri="{FF2B5EF4-FFF2-40B4-BE49-F238E27FC236}">
                <a16:creationId xmlns:a16="http://schemas.microsoft.com/office/drawing/2014/main" id="{B769E157-BFD8-E844-B91B-D31A353BA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5093" y="5805264"/>
            <a:ext cx="290512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  <p:sp>
        <p:nvSpPr>
          <p:cNvPr id="1086" name="Rectangle 1081">
            <a:extLst>
              <a:ext uri="{FF2B5EF4-FFF2-40B4-BE49-F238E27FC236}">
                <a16:creationId xmlns:a16="http://schemas.microsoft.com/office/drawing/2014/main" id="{83071BD6-FDB1-1E4A-A2FF-619617D84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5033" y="5662847"/>
            <a:ext cx="854273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>
              <a:buFont typeface="Wingdings 3" pitchFamily="18" charset="2"/>
              <a:buNone/>
            </a:pPr>
            <a:r>
              <a:rPr lang="de-DE" sz="1600" dirty="0">
                <a:solidFill>
                  <a:srgbClr val="0000FF"/>
                </a:solidFill>
              </a:rPr>
              <a:t>PM-Tools</a:t>
            </a:r>
          </a:p>
        </p:txBody>
      </p:sp>
      <p:sp>
        <p:nvSpPr>
          <p:cNvPr id="1087" name="Textfeld 1086">
            <a:extLst>
              <a:ext uri="{FF2B5EF4-FFF2-40B4-BE49-F238E27FC236}">
                <a16:creationId xmlns:a16="http://schemas.microsoft.com/office/drawing/2014/main" id="{6A0288EB-2329-774A-A161-0581DA27C2F2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Fundamentals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667568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4</a:t>
            </a:fld>
            <a:endParaRPr lang="de-DE" sz="14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98ACC56-FD1E-1F4D-BB71-A16AB21C7899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Fundamentals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Software Engineering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427431E-3E59-1C4C-BED7-4FEEDD778481}"/>
              </a:ext>
            </a:extLst>
          </p:cNvPr>
          <p:cNvSpPr/>
          <p:nvPr/>
        </p:nvSpPr>
        <p:spPr>
          <a:xfrm>
            <a:off x="1746607" y="1336682"/>
            <a:ext cx="5650786" cy="936838"/>
          </a:xfrm>
          <a:prstGeom prst="rect">
            <a:avLst/>
          </a:prstGeom>
          <a:solidFill>
            <a:srgbClr val="F0F0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de-DE" dirty="0" err="1">
                <a:solidFill>
                  <a:schemeClr val="tx1"/>
                </a:solidFill>
              </a:rPr>
              <a:t>Method</a:t>
            </a:r>
            <a:r>
              <a:rPr lang="de-DE" dirty="0">
                <a:solidFill>
                  <a:schemeClr val="tx1"/>
                </a:solidFill>
              </a:rPr>
              <a:t>, </a:t>
            </a:r>
            <a:r>
              <a:rPr lang="de-DE" dirty="0" err="1">
                <a:solidFill>
                  <a:schemeClr val="tx1"/>
                </a:solidFill>
              </a:rPr>
              <a:t>Process</a:t>
            </a:r>
            <a:r>
              <a:rPr lang="de-DE" dirty="0">
                <a:solidFill>
                  <a:schemeClr val="tx1"/>
                </a:solidFill>
              </a:rPr>
              <a:t> Model e. g. </a:t>
            </a:r>
            <a:r>
              <a:rPr lang="de-DE" dirty="0" err="1">
                <a:solidFill>
                  <a:schemeClr val="tx1"/>
                </a:solidFill>
              </a:rPr>
              <a:t>Waterfall</a:t>
            </a:r>
            <a:r>
              <a:rPr lang="de-DE" dirty="0">
                <a:solidFill>
                  <a:schemeClr val="tx1"/>
                </a:solidFill>
              </a:rPr>
              <a:t>, Spiral Model </a:t>
            </a:r>
            <a:r>
              <a:rPr lang="de-DE" dirty="0" err="1">
                <a:solidFill>
                  <a:schemeClr val="tx1"/>
                </a:solidFill>
              </a:rPr>
              <a:t>or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sz="2000" b="1" dirty="0">
                <a:solidFill>
                  <a:srgbClr val="244ABC"/>
                </a:solidFill>
              </a:rPr>
              <a:t>“The </a:t>
            </a:r>
            <a:r>
              <a:rPr lang="de-DE" sz="2000" b="1" dirty="0" err="1">
                <a:solidFill>
                  <a:srgbClr val="244ABC"/>
                </a:solidFill>
              </a:rPr>
              <a:t>Xtreme</a:t>
            </a:r>
            <a:r>
              <a:rPr lang="de-DE" sz="2000" b="1" dirty="0">
                <a:solidFill>
                  <a:srgbClr val="244ABC"/>
                </a:solidFill>
              </a:rPr>
              <a:t> </a:t>
            </a:r>
            <a:r>
              <a:rPr lang="de-DE" sz="2000" b="1" dirty="0" err="1">
                <a:solidFill>
                  <a:srgbClr val="244ABC"/>
                </a:solidFill>
              </a:rPr>
              <a:t>Programming</a:t>
            </a:r>
            <a:r>
              <a:rPr lang="de-DE" sz="2000" b="1" dirty="0">
                <a:solidFill>
                  <a:srgbClr val="244ABC"/>
                </a:solidFill>
              </a:rPr>
              <a:t> </a:t>
            </a:r>
            <a:r>
              <a:rPr lang="de-DE" sz="2000" b="1" dirty="0" err="1">
                <a:solidFill>
                  <a:srgbClr val="244ABC"/>
                </a:solidFill>
              </a:rPr>
              <a:t>Scrum</a:t>
            </a:r>
            <a:r>
              <a:rPr lang="de-DE" sz="2000" b="1" dirty="0">
                <a:solidFill>
                  <a:srgbClr val="244ABC"/>
                </a:solidFill>
              </a:rPr>
              <a:t> Combi“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1990F3C-49C2-074C-93A9-FFD598DDF89B}"/>
              </a:ext>
            </a:extLst>
          </p:cNvPr>
          <p:cNvSpPr/>
          <p:nvPr/>
        </p:nvSpPr>
        <p:spPr>
          <a:xfrm>
            <a:off x="533682" y="307071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 err="1">
                <a:solidFill>
                  <a:schemeClr val="bg1"/>
                </a:solidFill>
              </a:rPr>
              <a:t>Planning</a:t>
            </a:r>
            <a:r>
              <a:rPr lang="de-DE" dirty="0">
                <a:solidFill>
                  <a:schemeClr val="bg1"/>
                </a:solidFill>
              </a:rPr>
              <a:t> Game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1284164-983F-BB4F-AE88-2889A29CFD65}"/>
              </a:ext>
            </a:extLst>
          </p:cNvPr>
          <p:cNvSpPr/>
          <p:nvPr/>
        </p:nvSpPr>
        <p:spPr>
          <a:xfrm>
            <a:off x="2576022" y="307071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 </a:t>
            </a:r>
          </a:p>
          <a:p>
            <a:pPr algn="ctr"/>
            <a:r>
              <a:rPr lang="de-DE" dirty="0" err="1">
                <a:solidFill>
                  <a:schemeClr val="bg1"/>
                </a:solidFill>
              </a:rPr>
              <a:t>Scrum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47A0E1C-7D45-9A4D-9C6B-B99988BA2BDE}"/>
              </a:ext>
            </a:extLst>
          </p:cNvPr>
          <p:cNvSpPr/>
          <p:nvPr/>
        </p:nvSpPr>
        <p:spPr>
          <a:xfrm>
            <a:off x="4618361" y="307071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Customer on-site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C6AEDDB-484B-5A45-B5D3-EDD6634DAAC6}"/>
              </a:ext>
            </a:extLst>
          </p:cNvPr>
          <p:cNvSpPr/>
          <p:nvPr/>
        </p:nvSpPr>
        <p:spPr>
          <a:xfrm>
            <a:off x="6660701" y="307071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 err="1">
                <a:solidFill>
                  <a:schemeClr val="bg1"/>
                </a:solidFill>
              </a:rPr>
              <a:t>Coding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standards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5E8F5A3-B89C-6745-BDF1-47A954D61261}"/>
              </a:ext>
            </a:extLst>
          </p:cNvPr>
          <p:cNvSpPr/>
          <p:nvPr/>
        </p:nvSpPr>
        <p:spPr>
          <a:xfrm>
            <a:off x="596756" y="4510355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You</a:t>
            </a:r>
            <a:r>
              <a:rPr lang="de-DE" dirty="0">
                <a:solidFill>
                  <a:schemeClr val="bg1"/>
                </a:solidFill>
              </a:rPr>
              <a:t>-track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CA98207-A5B4-E141-AEDD-254F7665B112}"/>
              </a:ext>
            </a:extLst>
          </p:cNvPr>
          <p:cNvSpPr/>
          <p:nvPr/>
        </p:nvSpPr>
        <p:spPr>
          <a:xfrm>
            <a:off x="1611612" y="4510355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Jira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E52BB68-5645-0D4B-BE76-6F9D0453FD3F}"/>
              </a:ext>
            </a:extLst>
          </p:cNvPr>
          <p:cNvSpPr/>
          <p:nvPr/>
        </p:nvSpPr>
        <p:spPr>
          <a:xfrm>
            <a:off x="2626468" y="4510355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Wrike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DCFA1E2-E826-B547-BC69-82BD17203770}"/>
              </a:ext>
            </a:extLst>
          </p:cNvPr>
          <p:cNvSpPr/>
          <p:nvPr/>
        </p:nvSpPr>
        <p:spPr>
          <a:xfrm>
            <a:off x="3641324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Slack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2725E09-5A4E-934A-9FBF-056DAD2BE242}"/>
              </a:ext>
            </a:extLst>
          </p:cNvPr>
          <p:cNvSpPr/>
          <p:nvPr/>
        </p:nvSpPr>
        <p:spPr>
          <a:xfrm>
            <a:off x="4656180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Order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8947F28-FFE5-0044-87D5-61E3D69FD191}"/>
              </a:ext>
            </a:extLst>
          </p:cNvPr>
          <p:cNvSpPr/>
          <p:nvPr/>
        </p:nvSpPr>
        <p:spPr>
          <a:xfrm>
            <a:off x="5671036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Office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CC0439C-D0DC-B345-8334-7CE0203CD27B}"/>
              </a:ext>
            </a:extLst>
          </p:cNvPr>
          <p:cNvSpPr/>
          <p:nvPr/>
        </p:nvSpPr>
        <p:spPr>
          <a:xfrm>
            <a:off x="6685892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IntelliJ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BB24282-0C83-2044-8DC9-A776E8244428}"/>
              </a:ext>
            </a:extLst>
          </p:cNvPr>
          <p:cNvSpPr/>
          <p:nvPr/>
        </p:nvSpPr>
        <p:spPr>
          <a:xfrm>
            <a:off x="7700748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Sonar </a:t>
            </a:r>
            <a:r>
              <a:rPr lang="de-DE" dirty="0" err="1">
                <a:solidFill>
                  <a:schemeClr val="bg1"/>
                </a:solidFill>
              </a:rPr>
              <a:t>Lint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11361934-AA51-3440-9B22-CE9ACB8F6457}"/>
              </a:ext>
            </a:extLst>
          </p:cNvPr>
          <p:cNvCxnSpPr>
            <a:cxnSpLocks/>
            <a:stCxn id="6" idx="2"/>
            <a:endCxn id="21" idx="0"/>
          </p:cNvCxnSpPr>
          <p:nvPr/>
        </p:nvCxnSpPr>
        <p:spPr>
          <a:xfrm flipH="1">
            <a:off x="991884" y="3851549"/>
            <a:ext cx="475891" cy="658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DAA23874-34AE-D141-A48E-1AD4316045BE}"/>
              </a:ext>
            </a:extLst>
          </p:cNvPr>
          <p:cNvCxnSpPr>
            <a:cxnSpLocks/>
            <a:stCxn id="6" idx="2"/>
            <a:endCxn id="22" idx="0"/>
          </p:cNvCxnSpPr>
          <p:nvPr/>
        </p:nvCxnSpPr>
        <p:spPr>
          <a:xfrm>
            <a:off x="1467775" y="3851549"/>
            <a:ext cx="538965" cy="658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621488A8-69D2-FB43-96A4-CEAA56C5C9AA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 flipH="1">
            <a:off x="3021596" y="3851549"/>
            <a:ext cx="488519" cy="658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7">
            <a:extLst>
              <a:ext uri="{FF2B5EF4-FFF2-40B4-BE49-F238E27FC236}">
                <a16:creationId xmlns:a16="http://schemas.microsoft.com/office/drawing/2014/main" id="{8F223347-C01A-B142-B32D-C54A8DEE96D1}"/>
              </a:ext>
            </a:extLst>
          </p:cNvPr>
          <p:cNvCxnSpPr>
            <a:cxnSpLocks/>
            <a:stCxn id="7" idx="2"/>
            <a:endCxn id="24" idx="0"/>
          </p:cNvCxnSpPr>
          <p:nvPr/>
        </p:nvCxnSpPr>
        <p:spPr>
          <a:xfrm>
            <a:off x="3510115" y="3851549"/>
            <a:ext cx="526337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40">
            <a:extLst>
              <a:ext uri="{FF2B5EF4-FFF2-40B4-BE49-F238E27FC236}">
                <a16:creationId xmlns:a16="http://schemas.microsoft.com/office/drawing/2014/main" id="{872A4B52-B1E9-024B-82AB-101E6C80E0C4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 flipH="1">
            <a:off x="5051308" y="3851549"/>
            <a:ext cx="501146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C8A15EF9-6571-1944-AF02-03B33E8E3051}"/>
              </a:ext>
            </a:extLst>
          </p:cNvPr>
          <p:cNvCxnSpPr>
            <a:cxnSpLocks/>
            <a:stCxn id="8" idx="2"/>
            <a:endCxn id="26" idx="0"/>
          </p:cNvCxnSpPr>
          <p:nvPr/>
        </p:nvCxnSpPr>
        <p:spPr>
          <a:xfrm>
            <a:off x="5552454" y="3851549"/>
            <a:ext cx="513710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46">
            <a:extLst>
              <a:ext uri="{FF2B5EF4-FFF2-40B4-BE49-F238E27FC236}">
                <a16:creationId xmlns:a16="http://schemas.microsoft.com/office/drawing/2014/main" id="{D35D40ED-17B2-2F48-8366-B1AC04D4764E}"/>
              </a:ext>
            </a:extLst>
          </p:cNvPr>
          <p:cNvCxnSpPr>
            <a:cxnSpLocks/>
            <a:stCxn id="9" idx="2"/>
            <a:endCxn id="27" idx="0"/>
          </p:cNvCxnSpPr>
          <p:nvPr/>
        </p:nvCxnSpPr>
        <p:spPr>
          <a:xfrm flipH="1">
            <a:off x="7081020" y="3851549"/>
            <a:ext cx="513774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47">
            <a:extLst>
              <a:ext uri="{FF2B5EF4-FFF2-40B4-BE49-F238E27FC236}">
                <a16:creationId xmlns:a16="http://schemas.microsoft.com/office/drawing/2014/main" id="{A98654B2-943D-EA42-B3C4-018F2B79E1EA}"/>
              </a:ext>
            </a:extLst>
          </p:cNvPr>
          <p:cNvCxnSpPr>
            <a:cxnSpLocks/>
            <a:stCxn id="9" idx="2"/>
            <a:endCxn id="28" idx="0"/>
          </p:cNvCxnSpPr>
          <p:nvPr/>
        </p:nvCxnSpPr>
        <p:spPr>
          <a:xfrm>
            <a:off x="7594794" y="3851549"/>
            <a:ext cx="501082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D7BAE51A-86A9-C143-96A8-ADA232A2AEA6}"/>
              </a:ext>
            </a:extLst>
          </p:cNvPr>
          <p:cNvSpPr txBox="1"/>
          <p:nvPr/>
        </p:nvSpPr>
        <p:spPr>
          <a:xfrm>
            <a:off x="2091887" y="5503771"/>
            <a:ext cx="4960226" cy="714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de-DE" dirty="0"/>
              <a:t>A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bundle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coordinated</a:t>
            </a:r>
            <a:r>
              <a:rPr lang="de-DE" dirty="0"/>
              <a:t> </a:t>
            </a:r>
            <a:r>
              <a:rPr lang="de-DE" dirty="0" err="1"/>
              <a:t>techniques</a:t>
            </a:r>
            <a:r>
              <a:rPr lang="de-DE" dirty="0"/>
              <a:t>.</a:t>
            </a:r>
          </a:p>
          <a:p>
            <a:pPr algn="ctr">
              <a:lnSpc>
                <a:spcPts val="2500"/>
              </a:lnSpc>
            </a:pPr>
            <a:r>
              <a:rPr lang="de-DE" dirty="0" err="1"/>
              <a:t>Techniques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performed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tools</a:t>
            </a:r>
            <a:r>
              <a:rPr lang="de-DE" dirty="0"/>
              <a:t>.</a:t>
            </a:r>
          </a:p>
        </p:txBody>
      </p:sp>
      <p:cxnSp>
        <p:nvCxnSpPr>
          <p:cNvPr id="94" name="Gewinkelte Verbindung 93">
            <a:extLst>
              <a:ext uri="{FF2B5EF4-FFF2-40B4-BE49-F238E27FC236}">
                <a16:creationId xmlns:a16="http://schemas.microsoft.com/office/drawing/2014/main" id="{47F6DCFE-04E3-0F42-AF31-7D842C4228B0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5400000">
            <a:off x="2621292" y="1120004"/>
            <a:ext cx="797193" cy="3104225"/>
          </a:xfrm>
          <a:prstGeom prst="bentConnector3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winkelte Verbindung 94">
            <a:extLst>
              <a:ext uri="{FF2B5EF4-FFF2-40B4-BE49-F238E27FC236}">
                <a16:creationId xmlns:a16="http://schemas.microsoft.com/office/drawing/2014/main" id="{CC699939-7ED4-BA4A-9D33-34D4B8AD6E3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3642462" y="2141174"/>
            <a:ext cx="797193" cy="106188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winkelte Verbindung 97">
            <a:extLst>
              <a:ext uri="{FF2B5EF4-FFF2-40B4-BE49-F238E27FC236}">
                <a16:creationId xmlns:a16="http://schemas.microsoft.com/office/drawing/2014/main" id="{963EA6B2-9A92-7945-8285-AA3F147FF848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4663631" y="2181889"/>
            <a:ext cx="797193" cy="98045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winkelte Verbindung 100">
            <a:extLst>
              <a:ext uri="{FF2B5EF4-FFF2-40B4-BE49-F238E27FC236}">
                <a16:creationId xmlns:a16="http://schemas.microsoft.com/office/drawing/2014/main" id="{AEE386B0-07D1-2F48-8050-FC7E848B179F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16200000" flipH="1">
            <a:off x="5684801" y="1160719"/>
            <a:ext cx="797193" cy="302279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373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5</a:t>
            </a:fld>
            <a:endParaRPr lang="de-DE" sz="1400" dirty="0"/>
          </a:p>
        </p:txBody>
      </p:sp>
      <p:sp>
        <p:nvSpPr>
          <p:cNvPr id="1088" name="Textfeld 1087">
            <a:extLst>
              <a:ext uri="{FF2B5EF4-FFF2-40B4-BE49-F238E27FC236}">
                <a16:creationId xmlns:a16="http://schemas.microsoft.com/office/drawing/2014/main" id="{89424588-5602-0945-88B2-FE128A52DB4C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/>
              <a:t>Table </a:t>
            </a:r>
            <a:r>
              <a:rPr lang="de-DE" sz="2200" dirty="0" err="1"/>
              <a:t>of</a:t>
            </a:r>
            <a:r>
              <a:rPr lang="de-DE" sz="2200" dirty="0"/>
              <a:t> Contents</a:t>
            </a:r>
          </a:p>
        </p:txBody>
      </p:sp>
      <p:sp>
        <p:nvSpPr>
          <p:cNvPr id="1090" name="Textfeld 1089">
            <a:extLst>
              <a:ext uri="{FF2B5EF4-FFF2-40B4-BE49-F238E27FC236}">
                <a16:creationId xmlns:a16="http://schemas.microsoft.com/office/drawing/2014/main" id="{8FC889D3-C813-4142-9FC8-5723A6C56C81}"/>
              </a:ext>
            </a:extLst>
          </p:cNvPr>
          <p:cNvSpPr txBox="1"/>
          <p:nvPr/>
        </p:nvSpPr>
        <p:spPr>
          <a:xfrm>
            <a:off x="945225" y="1366463"/>
            <a:ext cx="7674795" cy="4469258"/>
          </a:xfrm>
          <a:prstGeom prst="rect">
            <a:avLst/>
          </a:prstGeom>
          <a:noFill/>
        </p:spPr>
        <p:txBody>
          <a:bodyPr wrap="square" lIns="90000" rtlCol="0" anchor="t" anchorCtr="1">
            <a:noAutofit/>
          </a:bodyPr>
          <a:lstStyle/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de-DE" sz="2200" dirty="0" err="1"/>
              <a:t>Fundamentals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Software Engineering </a:t>
            </a:r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de-DE" sz="2200" dirty="0" err="1"/>
              <a:t>Xtreme</a:t>
            </a:r>
            <a:r>
              <a:rPr lang="de-DE" sz="2200" dirty="0"/>
              <a:t> </a:t>
            </a:r>
            <a:r>
              <a:rPr lang="de-DE" sz="2200" dirty="0" err="1"/>
              <a:t>Programming</a:t>
            </a:r>
            <a:r>
              <a:rPr lang="de-DE" sz="2200" dirty="0"/>
              <a:t> (XP)</a:t>
            </a:r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de-DE" sz="2200" dirty="0" err="1"/>
              <a:t>Scrum</a:t>
            </a:r>
            <a:endParaRPr lang="de-DE" sz="2200" dirty="0"/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de-DE" sz="2200" dirty="0" err="1"/>
              <a:t>Youtrack</a:t>
            </a:r>
            <a:endParaRPr lang="de-DE" sz="2200" dirty="0"/>
          </a:p>
        </p:txBody>
      </p:sp>
      <p:sp>
        <p:nvSpPr>
          <p:cNvPr id="6" name="Dreieck 5">
            <a:extLst>
              <a:ext uri="{FF2B5EF4-FFF2-40B4-BE49-F238E27FC236}">
                <a16:creationId xmlns:a16="http://schemas.microsoft.com/office/drawing/2014/main" id="{E09B1B7F-C94C-2C4D-80FC-9825ABC8F3DE}"/>
              </a:ext>
            </a:extLst>
          </p:cNvPr>
          <p:cNvSpPr/>
          <p:nvPr/>
        </p:nvSpPr>
        <p:spPr>
          <a:xfrm rot="5400000">
            <a:off x="1666120" y="2862828"/>
            <a:ext cx="550437" cy="43479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1007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6</a:t>
            </a:fld>
            <a:endParaRPr lang="de-DE" sz="14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67B63E0-7152-0747-B5A1-16428DAB34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21" r="4985"/>
          <a:stretch/>
        </p:blipFill>
        <p:spPr>
          <a:xfrm>
            <a:off x="1366886" y="1256675"/>
            <a:ext cx="6825251" cy="4311221"/>
          </a:xfrm>
          <a:prstGeom prst="rect">
            <a:avLst/>
          </a:prstGeom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4573401F-E0F2-F442-A626-DB1CE3CD5E45}"/>
              </a:ext>
            </a:extLst>
          </p:cNvPr>
          <p:cNvSpPr txBox="1"/>
          <p:nvPr/>
        </p:nvSpPr>
        <p:spPr>
          <a:xfrm>
            <a:off x="1154269" y="5726450"/>
            <a:ext cx="7250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/>
              <a:t>Kent Beck </a:t>
            </a:r>
            <a:r>
              <a:rPr lang="de-DE" sz="2000" dirty="0" err="1"/>
              <a:t>and</a:t>
            </a:r>
            <a:r>
              <a:rPr lang="de-DE" sz="2000" dirty="0"/>
              <a:t> Alistair </a:t>
            </a:r>
            <a:r>
              <a:rPr lang="de-DE" sz="2000" dirty="0" err="1"/>
              <a:t>Cockburn</a:t>
            </a:r>
            <a:r>
              <a:rPr lang="de-DE" sz="2000" dirty="0"/>
              <a:t> </a:t>
            </a:r>
            <a:r>
              <a:rPr lang="de-DE" sz="2000" dirty="0" err="1"/>
              <a:t>together</a:t>
            </a:r>
            <a:r>
              <a:rPr lang="de-DE" sz="2000" dirty="0"/>
              <a:t> </a:t>
            </a:r>
            <a:r>
              <a:rPr lang="de-DE" sz="2000" dirty="0" err="1"/>
              <a:t>with</a:t>
            </a:r>
            <a:r>
              <a:rPr lang="de-DE" sz="2000" dirty="0"/>
              <a:t> </a:t>
            </a:r>
            <a:r>
              <a:rPr lang="de-DE" sz="2000" dirty="0" err="1"/>
              <a:t>approx</a:t>
            </a:r>
            <a:r>
              <a:rPr lang="de-DE" sz="2000" dirty="0"/>
              <a:t>. 15 </a:t>
            </a:r>
            <a:r>
              <a:rPr lang="de-DE" sz="2000" dirty="0" err="1"/>
              <a:t>colleagues</a:t>
            </a:r>
            <a:endParaRPr lang="de-DE" sz="200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3275062-E00E-8248-9A6E-3E364F36B12F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Xtreme</a:t>
            </a:r>
            <a:r>
              <a:rPr lang="de-DE" sz="2200" dirty="0"/>
              <a:t> </a:t>
            </a:r>
            <a:r>
              <a:rPr lang="de-DE" sz="2200" dirty="0" err="1"/>
              <a:t>Programming</a:t>
            </a:r>
            <a:r>
              <a:rPr lang="de-DE" sz="2200" dirty="0"/>
              <a:t> (XP)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5A7ADB6-2288-A64F-8342-91258F153A32}"/>
              </a:ext>
            </a:extLst>
          </p:cNvPr>
          <p:cNvSpPr txBox="1"/>
          <p:nvPr/>
        </p:nvSpPr>
        <p:spPr>
          <a:xfrm>
            <a:off x="6253609" y="5198564"/>
            <a:ext cx="1938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agilemanifesto.org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32623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7</a:t>
            </a:fld>
            <a:endParaRPr lang="de-DE" sz="1400" dirty="0"/>
          </a:p>
        </p:txBody>
      </p:sp>
      <p:pic>
        <p:nvPicPr>
          <p:cNvPr id="3" name="Picture 2" descr="XP_Puzzle_Background">
            <a:extLst>
              <a:ext uri="{FF2B5EF4-FFF2-40B4-BE49-F238E27FC236}">
                <a16:creationId xmlns:a16="http://schemas.microsoft.com/office/drawing/2014/main" id="{7D58B620-4121-3E4B-B70E-DDB785C94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87450" y="2420938"/>
            <a:ext cx="6745288" cy="3897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0E524B9-982F-E84B-8C25-95C07087F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981075"/>
            <a:ext cx="4751388" cy="13684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2075" indent="-92075" defTabSz="1089025">
              <a:lnSpc>
                <a:spcPct val="90000"/>
              </a:lnSpc>
              <a:spcBef>
                <a:spcPct val="30000"/>
              </a:spcBef>
              <a:buFont typeface="Wingdings 3" pitchFamily="18" charset="2"/>
              <a:buNone/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b="1" dirty="0"/>
              <a:t>Values </a:t>
            </a:r>
            <a:r>
              <a:rPr lang="de-DE" b="1" dirty="0" err="1"/>
              <a:t>and</a:t>
            </a:r>
            <a:r>
              <a:rPr lang="de-DE" b="1" dirty="0"/>
              <a:t> </a:t>
            </a:r>
            <a:r>
              <a:rPr lang="de-DE" b="1" dirty="0" err="1"/>
              <a:t>principles</a:t>
            </a:r>
            <a:endParaRPr lang="de-DE" sz="1800" b="1" dirty="0">
              <a:solidFill>
                <a:srgbClr val="FF0000"/>
              </a:solidFill>
            </a:endParaRPr>
          </a:p>
          <a:p>
            <a:pPr marL="403225" lvl="1" indent="-206375" defTabSz="1089025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dirty="0"/>
              <a:t>Communication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customer</a:t>
            </a:r>
            <a:r>
              <a:rPr lang="de-DE" dirty="0"/>
              <a:t> </a:t>
            </a:r>
            <a:r>
              <a:rPr lang="de-DE" dirty="0" err="1"/>
              <a:t>integration</a:t>
            </a:r>
            <a:endParaRPr lang="de-DE" dirty="0"/>
          </a:p>
          <a:p>
            <a:pPr marL="403225" lvl="1" indent="-206375" defTabSz="1089025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dirty="0"/>
              <a:t>Feedback </a:t>
            </a:r>
            <a:r>
              <a:rPr lang="de-DE" sz="1800" dirty="0"/>
              <a:t>+ </a:t>
            </a:r>
            <a:r>
              <a:rPr lang="de-DE" dirty="0" err="1"/>
              <a:t>incremental</a:t>
            </a:r>
            <a:r>
              <a:rPr lang="de-DE" dirty="0"/>
              <a:t> </a:t>
            </a:r>
            <a:r>
              <a:rPr lang="de-DE" dirty="0" err="1"/>
              <a:t>development</a:t>
            </a:r>
            <a:endParaRPr lang="de-DE" sz="1800" dirty="0"/>
          </a:p>
          <a:p>
            <a:pPr marL="403225" lvl="1" indent="-206375" defTabSz="1089025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dirty="0" err="1"/>
              <a:t>Simplicity</a:t>
            </a:r>
            <a:r>
              <a:rPr lang="de-DE" dirty="0"/>
              <a:t> </a:t>
            </a:r>
            <a:r>
              <a:rPr lang="de-DE" dirty="0" err="1"/>
              <a:t>and</a:t>
            </a:r>
            <a:r>
              <a:rPr lang="de-DE" dirty="0"/>
              <a:t> </a:t>
            </a:r>
            <a:r>
              <a:rPr lang="de-DE" dirty="0" err="1"/>
              <a:t>confidence</a:t>
            </a:r>
            <a:r>
              <a:rPr lang="de-DE" dirty="0"/>
              <a:t> in </a:t>
            </a:r>
            <a:r>
              <a:rPr lang="de-DE" dirty="0" err="1"/>
              <a:t>decision</a:t>
            </a:r>
            <a:endParaRPr lang="de-DE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38F708-C9B2-0F45-BAF7-0F8C8DCF5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3188" y="981075"/>
            <a:ext cx="3709987" cy="122396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2075" indent="-92075" defTabSz="1089025">
              <a:lnSpc>
                <a:spcPct val="90000"/>
              </a:lnSpc>
              <a:spcBef>
                <a:spcPct val="30000"/>
              </a:spcBef>
              <a:buFont typeface="Wingdings 3" pitchFamily="18" charset="2"/>
              <a:buNone/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800" b="1" dirty="0"/>
              <a:t>Practices</a:t>
            </a:r>
            <a:endParaRPr lang="de-DE" sz="1800" b="1" dirty="0">
              <a:solidFill>
                <a:srgbClr val="FF0000"/>
              </a:solidFill>
            </a:endParaRPr>
          </a:p>
          <a:p>
            <a:pPr marL="357188" lvl="1" indent="-179388" defTabSz="1089025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dirty="0" err="1"/>
              <a:t>Mutually</a:t>
            </a:r>
            <a:r>
              <a:rPr lang="de-DE" dirty="0"/>
              <a:t> </a:t>
            </a:r>
            <a:r>
              <a:rPr lang="de-DE" dirty="0" err="1"/>
              <a:t>enhancing</a:t>
            </a:r>
            <a:endParaRPr lang="de-DE" dirty="0"/>
          </a:p>
          <a:p>
            <a:pPr marL="357188" lvl="1" indent="-179388" defTabSz="1089025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dirty="0" err="1"/>
              <a:t>Cooperation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process</a:t>
            </a:r>
            <a:r>
              <a:rPr lang="de-DE" dirty="0"/>
              <a:t>, </a:t>
            </a:r>
            <a:r>
              <a:rPr lang="de-DE" dirty="0" err="1"/>
              <a:t>test</a:t>
            </a:r>
            <a:r>
              <a:rPr lang="de-DE" dirty="0"/>
              <a:t>, </a:t>
            </a:r>
            <a:r>
              <a:rPr lang="de-DE" dirty="0" err="1"/>
              <a:t>architecture</a:t>
            </a:r>
            <a:r>
              <a:rPr lang="de-DE" dirty="0"/>
              <a:t> </a:t>
            </a:r>
            <a:r>
              <a:rPr lang="de-DE" dirty="0" err="1"/>
              <a:t>questions</a:t>
            </a:r>
            <a:endParaRPr lang="de-DE" sz="1800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17C3F475-622F-B144-9D69-B5533A74E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5373688"/>
            <a:ext cx="792162" cy="280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800" b="1" i="1" u="sng" dirty="0"/>
              <a:t>Test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7B28CD65-4ECA-3E4B-AFB2-29B679CF7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2997200"/>
            <a:ext cx="1512888" cy="284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800" b="1" i="1" u="sng" dirty="0" err="1"/>
              <a:t>Processes</a:t>
            </a:r>
            <a:endParaRPr lang="de-DE" sz="1800" b="1" i="1" u="sng" dirty="0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A05A9D2F-D676-2F4B-9262-92D2C0E7C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4581525"/>
            <a:ext cx="1439862" cy="284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800" b="1" i="1" u="sng" dirty="0" err="1"/>
              <a:t>Architecture</a:t>
            </a:r>
            <a:endParaRPr lang="de-DE" sz="1800" b="1" i="1" u="sng" dirty="0"/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4E3E417A-F658-374C-99F9-065BD21DB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3068638"/>
            <a:ext cx="1873250" cy="2508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600"/>
              <a:t>On-site Customer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F681B12A-FADA-CC46-B7E7-0BA8EF72B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005263"/>
            <a:ext cx="1439862" cy="2508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600"/>
              <a:t>40 hour week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87A0FAD8-39E8-6740-8BC7-B42DFFA54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4724400"/>
            <a:ext cx="1871662" cy="2508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600"/>
              <a:t>Pair programming</a:t>
            </a: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3E992E9E-80B9-0143-9E3C-59757A27A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5373688"/>
            <a:ext cx="1439862" cy="2508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600"/>
              <a:t>Unit testing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0269C873-6065-754F-B8FD-96FC4EA40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5013325"/>
            <a:ext cx="2305050" cy="2508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600"/>
              <a:t>Continuous integration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85052F49-C996-F746-9F73-0DDA595AF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4581525"/>
            <a:ext cx="2089150" cy="2508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600"/>
              <a:t>Collective ownership</a:t>
            </a: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1D2BADB8-EF82-D742-80E1-BBDCA0161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6950" y="3573463"/>
            <a:ext cx="1800225" cy="25349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600" dirty="0" err="1"/>
              <a:t>Planning</a:t>
            </a:r>
            <a:r>
              <a:rPr lang="de-DE" sz="1600" dirty="0"/>
              <a:t> </a:t>
            </a:r>
            <a:r>
              <a:rPr lang="de-DE" sz="1600" dirty="0" err="1"/>
              <a:t>game</a:t>
            </a:r>
            <a:endParaRPr lang="de-DE" sz="1600" dirty="0"/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5A9F4EF2-C4A8-F04A-AE01-74166BD2D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575" y="4221163"/>
            <a:ext cx="2089150" cy="25349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600"/>
              <a:t>Acceptance testing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186850E2-6A41-6B42-97E5-19ACA7E21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3860800"/>
            <a:ext cx="1655762" cy="2508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600"/>
              <a:t>Simple desgin</a:t>
            </a: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58FF987B-75D3-E44A-9EF0-4B9F6B263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509963"/>
            <a:ext cx="1655762" cy="2508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600"/>
              <a:t>Short releases</a:t>
            </a: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0A64C57F-A97B-244E-8549-824BE6303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141663"/>
            <a:ext cx="1655763" cy="2508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600" dirty="0" err="1"/>
              <a:t>Metaphor</a:t>
            </a:r>
            <a:endParaRPr lang="de-DE" sz="1600" dirty="0"/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E1E11FC3-BACC-074F-A90D-39C4AED6E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221163"/>
            <a:ext cx="1439863" cy="2508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600"/>
              <a:t>Refactoring</a:t>
            </a:r>
          </a:p>
        </p:txBody>
      </p:sp>
      <p:sp>
        <p:nvSpPr>
          <p:cNvPr id="21" name="Text Box 20">
            <a:extLst>
              <a:ext uri="{FF2B5EF4-FFF2-40B4-BE49-F238E27FC236}">
                <a16:creationId xmlns:a16="http://schemas.microsoft.com/office/drawing/2014/main" id="{DB795352-A0F7-B645-AC60-8329529EF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5734050"/>
            <a:ext cx="1871663" cy="2508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600"/>
              <a:t>Coding standards</a:t>
            </a:r>
          </a:p>
        </p:txBody>
      </p:sp>
      <p:sp>
        <p:nvSpPr>
          <p:cNvPr id="22" name="Text Box 24">
            <a:extLst>
              <a:ext uri="{FF2B5EF4-FFF2-40B4-BE49-F238E27FC236}">
                <a16:creationId xmlns:a16="http://schemas.microsoft.com/office/drawing/2014/main" id="{CEB4343D-8D19-3749-8249-CB54252EE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0232" y="5661248"/>
            <a:ext cx="2232248" cy="284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800"/>
              <a:t>Kent Beck, 1999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D51CB5F7-8045-9F4F-BD6E-59B3B4C7FD35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Xtreme</a:t>
            </a:r>
            <a:r>
              <a:rPr lang="de-DE" sz="2200" dirty="0"/>
              <a:t> </a:t>
            </a:r>
            <a:r>
              <a:rPr lang="de-DE" sz="2200" dirty="0" err="1"/>
              <a:t>Programming</a:t>
            </a:r>
            <a:r>
              <a:rPr lang="de-DE" sz="2200" dirty="0"/>
              <a:t> (XP)</a:t>
            </a:r>
          </a:p>
        </p:txBody>
      </p:sp>
    </p:spTree>
    <p:extLst>
      <p:ext uri="{BB962C8B-B14F-4D97-AF65-F5344CB8AC3E}">
        <p14:creationId xmlns:p14="http://schemas.microsoft.com/office/powerpoint/2010/main" val="4241510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8</a:t>
            </a:fld>
            <a:endParaRPr lang="de-DE" sz="140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427431E-3E59-1C4C-BED7-4FEEDD778481}"/>
              </a:ext>
            </a:extLst>
          </p:cNvPr>
          <p:cNvSpPr/>
          <p:nvPr/>
        </p:nvSpPr>
        <p:spPr>
          <a:xfrm>
            <a:off x="1746607" y="1336682"/>
            <a:ext cx="5650786" cy="936838"/>
          </a:xfrm>
          <a:prstGeom prst="rect">
            <a:avLst/>
          </a:prstGeom>
          <a:solidFill>
            <a:srgbClr val="F0F0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de-DE" dirty="0" err="1">
                <a:solidFill>
                  <a:schemeClr val="tx1"/>
                </a:solidFill>
              </a:rPr>
              <a:t>Method</a:t>
            </a:r>
            <a:r>
              <a:rPr lang="de-DE" dirty="0">
                <a:solidFill>
                  <a:schemeClr val="tx1"/>
                </a:solidFill>
              </a:rPr>
              <a:t>, </a:t>
            </a:r>
            <a:r>
              <a:rPr lang="de-DE" dirty="0" err="1">
                <a:solidFill>
                  <a:schemeClr val="tx1"/>
                </a:solidFill>
              </a:rPr>
              <a:t>Process</a:t>
            </a:r>
            <a:r>
              <a:rPr lang="de-DE" dirty="0">
                <a:solidFill>
                  <a:schemeClr val="tx1"/>
                </a:solidFill>
              </a:rPr>
              <a:t> Model e. g. </a:t>
            </a:r>
            <a:r>
              <a:rPr lang="de-DE" dirty="0" err="1">
                <a:solidFill>
                  <a:schemeClr val="tx1"/>
                </a:solidFill>
              </a:rPr>
              <a:t>Waterfall</a:t>
            </a:r>
            <a:r>
              <a:rPr lang="de-DE" dirty="0">
                <a:solidFill>
                  <a:schemeClr val="tx1"/>
                </a:solidFill>
              </a:rPr>
              <a:t>, Spiral Model </a:t>
            </a:r>
            <a:r>
              <a:rPr lang="de-DE" dirty="0" err="1">
                <a:solidFill>
                  <a:schemeClr val="tx1"/>
                </a:solidFill>
              </a:rPr>
              <a:t>or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sz="2000" b="1" dirty="0">
                <a:solidFill>
                  <a:srgbClr val="244ABC"/>
                </a:solidFill>
              </a:rPr>
              <a:t>“The </a:t>
            </a:r>
            <a:r>
              <a:rPr lang="de-DE" sz="2000" b="1" dirty="0" err="1">
                <a:solidFill>
                  <a:srgbClr val="244ABC"/>
                </a:solidFill>
              </a:rPr>
              <a:t>Xtreme</a:t>
            </a:r>
            <a:r>
              <a:rPr lang="de-DE" sz="2000" b="1" dirty="0">
                <a:solidFill>
                  <a:srgbClr val="244ABC"/>
                </a:solidFill>
              </a:rPr>
              <a:t> </a:t>
            </a:r>
            <a:r>
              <a:rPr lang="de-DE" sz="2000" b="1" dirty="0" err="1">
                <a:solidFill>
                  <a:srgbClr val="244ABC"/>
                </a:solidFill>
              </a:rPr>
              <a:t>Programming</a:t>
            </a:r>
            <a:r>
              <a:rPr lang="de-DE" sz="2000" b="1" dirty="0">
                <a:solidFill>
                  <a:srgbClr val="244ABC"/>
                </a:solidFill>
              </a:rPr>
              <a:t> </a:t>
            </a:r>
            <a:r>
              <a:rPr lang="de-DE" sz="2000" b="1" dirty="0" err="1">
                <a:solidFill>
                  <a:srgbClr val="244ABC"/>
                </a:solidFill>
              </a:rPr>
              <a:t>Scrum</a:t>
            </a:r>
            <a:r>
              <a:rPr lang="de-DE" sz="2000" b="1" dirty="0">
                <a:solidFill>
                  <a:srgbClr val="244ABC"/>
                </a:solidFill>
              </a:rPr>
              <a:t> Combi“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1990F3C-49C2-074C-93A9-FFD598DDF89B}"/>
              </a:ext>
            </a:extLst>
          </p:cNvPr>
          <p:cNvSpPr/>
          <p:nvPr/>
        </p:nvSpPr>
        <p:spPr>
          <a:xfrm>
            <a:off x="533682" y="3070713"/>
            <a:ext cx="1868186" cy="780836"/>
          </a:xfrm>
          <a:prstGeom prst="rect">
            <a:avLst/>
          </a:prstGeom>
          <a:solidFill>
            <a:srgbClr val="F0F0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005493"/>
                </a:solidFill>
              </a:rPr>
              <a:t>Technique</a:t>
            </a:r>
            <a:r>
              <a:rPr lang="de-DE" dirty="0">
                <a:solidFill>
                  <a:srgbClr val="005493"/>
                </a:solidFill>
              </a:rPr>
              <a:t>:</a:t>
            </a:r>
          </a:p>
          <a:p>
            <a:pPr algn="ctr"/>
            <a:r>
              <a:rPr lang="de-DE" dirty="0" err="1">
                <a:solidFill>
                  <a:srgbClr val="005493"/>
                </a:solidFill>
              </a:rPr>
              <a:t>Planning</a:t>
            </a:r>
            <a:r>
              <a:rPr lang="de-DE" dirty="0">
                <a:solidFill>
                  <a:srgbClr val="005493"/>
                </a:solidFill>
              </a:rPr>
              <a:t> Game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1284164-983F-BB4F-AE88-2889A29CFD65}"/>
              </a:ext>
            </a:extLst>
          </p:cNvPr>
          <p:cNvSpPr/>
          <p:nvPr/>
        </p:nvSpPr>
        <p:spPr>
          <a:xfrm>
            <a:off x="2576022" y="307071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 </a:t>
            </a:r>
          </a:p>
          <a:p>
            <a:pPr algn="ctr"/>
            <a:r>
              <a:rPr lang="de-DE" dirty="0" err="1">
                <a:solidFill>
                  <a:schemeClr val="bg1"/>
                </a:solidFill>
              </a:rPr>
              <a:t>Scrum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47A0E1C-7D45-9A4D-9C6B-B99988BA2BDE}"/>
              </a:ext>
            </a:extLst>
          </p:cNvPr>
          <p:cNvSpPr/>
          <p:nvPr/>
        </p:nvSpPr>
        <p:spPr>
          <a:xfrm>
            <a:off x="4618361" y="307071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Customer on-site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C6AEDDB-484B-5A45-B5D3-EDD6634DAAC6}"/>
              </a:ext>
            </a:extLst>
          </p:cNvPr>
          <p:cNvSpPr/>
          <p:nvPr/>
        </p:nvSpPr>
        <p:spPr>
          <a:xfrm>
            <a:off x="6660701" y="307071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 err="1">
                <a:solidFill>
                  <a:schemeClr val="bg1"/>
                </a:solidFill>
              </a:rPr>
              <a:t>Coding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standards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5E8F5A3-B89C-6745-BDF1-47A954D61261}"/>
              </a:ext>
            </a:extLst>
          </p:cNvPr>
          <p:cNvSpPr/>
          <p:nvPr/>
        </p:nvSpPr>
        <p:spPr>
          <a:xfrm>
            <a:off x="596756" y="4510355"/>
            <a:ext cx="790255" cy="780836"/>
          </a:xfrm>
          <a:prstGeom prst="rect">
            <a:avLst/>
          </a:prstGeom>
          <a:solidFill>
            <a:srgbClr val="F0F0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005493"/>
                </a:solidFill>
              </a:rPr>
              <a:t>You</a:t>
            </a:r>
            <a:r>
              <a:rPr lang="de-DE" dirty="0">
                <a:solidFill>
                  <a:srgbClr val="005493"/>
                </a:solidFill>
              </a:rPr>
              <a:t>-track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CA98207-A5B4-E141-AEDD-254F7665B112}"/>
              </a:ext>
            </a:extLst>
          </p:cNvPr>
          <p:cNvSpPr/>
          <p:nvPr/>
        </p:nvSpPr>
        <p:spPr>
          <a:xfrm>
            <a:off x="1611612" y="4510355"/>
            <a:ext cx="790255" cy="780836"/>
          </a:xfrm>
          <a:prstGeom prst="rect">
            <a:avLst/>
          </a:prstGeom>
          <a:solidFill>
            <a:srgbClr val="F0F0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005493"/>
                </a:solidFill>
              </a:rPr>
              <a:t>Jira</a:t>
            </a:r>
            <a:endParaRPr lang="de-DE" dirty="0">
              <a:solidFill>
                <a:srgbClr val="005493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E52BB68-5645-0D4B-BE76-6F9D0453FD3F}"/>
              </a:ext>
            </a:extLst>
          </p:cNvPr>
          <p:cNvSpPr/>
          <p:nvPr/>
        </p:nvSpPr>
        <p:spPr>
          <a:xfrm>
            <a:off x="2626468" y="4510355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Wrike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DCFA1E2-E826-B547-BC69-82BD17203770}"/>
              </a:ext>
            </a:extLst>
          </p:cNvPr>
          <p:cNvSpPr/>
          <p:nvPr/>
        </p:nvSpPr>
        <p:spPr>
          <a:xfrm>
            <a:off x="3641324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Slack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2725E09-5A4E-934A-9FBF-056DAD2BE242}"/>
              </a:ext>
            </a:extLst>
          </p:cNvPr>
          <p:cNvSpPr/>
          <p:nvPr/>
        </p:nvSpPr>
        <p:spPr>
          <a:xfrm>
            <a:off x="4656180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Order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8947F28-FFE5-0044-87D5-61E3D69FD191}"/>
              </a:ext>
            </a:extLst>
          </p:cNvPr>
          <p:cNvSpPr/>
          <p:nvPr/>
        </p:nvSpPr>
        <p:spPr>
          <a:xfrm>
            <a:off x="5671036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Office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CC0439C-D0DC-B345-8334-7CE0203CD27B}"/>
              </a:ext>
            </a:extLst>
          </p:cNvPr>
          <p:cNvSpPr/>
          <p:nvPr/>
        </p:nvSpPr>
        <p:spPr>
          <a:xfrm>
            <a:off x="6685892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IntelliJ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BB24282-0C83-2044-8DC9-A776E8244428}"/>
              </a:ext>
            </a:extLst>
          </p:cNvPr>
          <p:cNvSpPr/>
          <p:nvPr/>
        </p:nvSpPr>
        <p:spPr>
          <a:xfrm>
            <a:off x="7700748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Sonar </a:t>
            </a:r>
            <a:r>
              <a:rPr lang="de-DE" dirty="0" err="1">
                <a:solidFill>
                  <a:schemeClr val="bg1"/>
                </a:solidFill>
              </a:rPr>
              <a:t>Lint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11361934-AA51-3440-9B22-CE9ACB8F6457}"/>
              </a:ext>
            </a:extLst>
          </p:cNvPr>
          <p:cNvCxnSpPr>
            <a:cxnSpLocks/>
            <a:stCxn id="6" idx="2"/>
            <a:endCxn id="21" idx="0"/>
          </p:cNvCxnSpPr>
          <p:nvPr/>
        </p:nvCxnSpPr>
        <p:spPr>
          <a:xfrm flipH="1">
            <a:off x="991884" y="3851549"/>
            <a:ext cx="475891" cy="658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DAA23874-34AE-D141-A48E-1AD4316045BE}"/>
              </a:ext>
            </a:extLst>
          </p:cNvPr>
          <p:cNvCxnSpPr>
            <a:cxnSpLocks/>
            <a:stCxn id="6" idx="2"/>
            <a:endCxn id="22" idx="0"/>
          </p:cNvCxnSpPr>
          <p:nvPr/>
        </p:nvCxnSpPr>
        <p:spPr>
          <a:xfrm>
            <a:off x="1467775" y="3851549"/>
            <a:ext cx="538965" cy="658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621488A8-69D2-FB43-96A4-CEAA56C5C9AA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 flipH="1">
            <a:off x="3021596" y="3851549"/>
            <a:ext cx="488519" cy="658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7">
            <a:extLst>
              <a:ext uri="{FF2B5EF4-FFF2-40B4-BE49-F238E27FC236}">
                <a16:creationId xmlns:a16="http://schemas.microsoft.com/office/drawing/2014/main" id="{8F223347-C01A-B142-B32D-C54A8DEE96D1}"/>
              </a:ext>
            </a:extLst>
          </p:cNvPr>
          <p:cNvCxnSpPr>
            <a:cxnSpLocks/>
            <a:stCxn id="7" idx="2"/>
            <a:endCxn id="24" idx="0"/>
          </p:cNvCxnSpPr>
          <p:nvPr/>
        </p:nvCxnSpPr>
        <p:spPr>
          <a:xfrm>
            <a:off x="3510115" y="3851549"/>
            <a:ext cx="526337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40">
            <a:extLst>
              <a:ext uri="{FF2B5EF4-FFF2-40B4-BE49-F238E27FC236}">
                <a16:creationId xmlns:a16="http://schemas.microsoft.com/office/drawing/2014/main" id="{872A4B52-B1E9-024B-82AB-101E6C80E0C4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 flipH="1">
            <a:off x="5051308" y="3851549"/>
            <a:ext cx="501146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C8A15EF9-6571-1944-AF02-03B33E8E3051}"/>
              </a:ext>
            </a:extLst>
          </p:cNvPr>
          <p:cNvCxnSpPr>
            <a:cxnSpLocks/>
            <a:stCxn id="8" idx="2"/>
            <a:endCxn id="26" idx="0"/>
          </p:cNvCxnSpPr>
          <p:nvPr/>
        </p:nvCxnSpPr>
        <p:spPr>
          <a:xfrm>
            <a:off x="5552454" y="3851549"/>
            <a:ext cx="513710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46">
            <a:extLst>
              <a:ext uri="{FF2B5EF4-FFF2-40B4-BE49-F238E27FC236}">
                <a16:creationId xmlns:a16="http://schemas.microsoft.com/office/drawing/2014/main" id="{D35D40ED-17B2-2F48-8366-B1AC04D4764E}"/>
              </a:ext>
            </a:extLst>
          </p:cNvPr>
          <p:cNvCxnSpPr>
            <a:cxnSpLocks/>
            <a:stCxn id="9" idx="2"/>
            <a:endCxn id="27" idx="0"/>
          </p:cNvCxnSpPr>
          <p:nvPr/>
        </p:nvCxnSpPr>
        <p:spPr>
          <a:xfrm flipH="1">
            <a:off x="7081020" y="3851549"/>
            <a:ext cx="513774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47">
            <a:extLst>
              <a:ext uri="{FF2B5EF4-FFF2-40B4-BE49-F238E27FC236}">
                <a16:creationId xmlns:a16="http://schemas.microsoft.com/office/drawing/2014/main" id="{A98654B2-943D-EA42-B3C4-018F2B79E1EA}"/>
              </a:ext>
            </a:extLst>
          </p:cNvPr>
          <p:cNvCxnSpPr>
            <a:cxnSpLocks/>
            <a:stCxn id="9" idx="2"/>
            <a:endCxn id="28" idx="0"/>
          </p:cNvCxnSpPr>
          <p:nvPr/>
        </p:nvCxnSpPr>
        <p:spPr>
          <a:xfrm>
            <a:off x="7594794" y="3851549"/>
            <a:ext cx="501082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D7BAE51A-86A9-C143-96A8-ADA232A2AEA6}"/>
              </a:ext>
            </a:extLst>
          </p:cNvPr>
          <p:cNvSpPr txBox="1"/>
          <p:nvPr/>
        </p:nvSpPr>
        <p:spPr>
          <a:xfrm>
            <a:off x="2091887" y="5503771"/>
            <a:ext cx="4960226" cy="714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de-DE" dirty="0"/>
              <a:t>A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bundle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coordinated</a:t>
            </a:r>
            <a:r>
              <a:rPr lang="de-DE" dirty="0"/>
              <a:t> </a:t>
            </a:r>
            <a:r>
              <a:rPr lang="de-DE" dirty="0" err="1"/>
              <a:t>techniques</a:t>
            </a:r>
            <a:r>
              <a:rPr lang="de-DE" dirty="0"/>
              <a:t>.</a:t>
            </a:r>
          </a:p>
          <a:p>
            <a:pPr algn="ctr">
              <a:lnSpc>
                <a:spcPts val="2500"/>
              </a:lnSpc>
            </a:pPr>
            <a:r>
              <a:rPr lang="de-DE" dirty="0" err="1"/>
              <a:t>Techniques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performed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tools</a:t>
            </a:r>
            <a:r>
              <a:rPr lang="de-DE" dirty="0"/>
              <a:t>.</a:t>
            </a:r>
          </a:p>
        </p:txBody>
      </p:sp>
      <p:cxnSp>
        <p:nvCxnSpPr>
          <p:cNvPr id="94" name="Gewinkelte Verbindung 93">
            <a:extLst>
              <a:ext uri="{FF2B5EF4-FFF2-40B4-BE49-F238E27FC236}">
                <a16:creationId xmlns:a16="http://schemas.microsoft.com/office/drawing/2014/main" id="{47F6DCFE-04E3-0F42-AF31-7D842C4228B0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5400000">
            <a:off x="2621292" y="1120004"/>
            <a:ext cx="797193" cy="3104225"/>
          </a:xfrm>
          <a:prstGeom prst="bentConnector3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winkelte Verbindung 94">
            <a:extLst>
              <a:ext uri="{FF2B5EF4-FFF2-40B4-BE49-F238E27FC236}">
                <a16:creationId xmlns:a16="http://schemas.microsoft.com/office/drawing/2014/main" id="{CC699939-7ED4-BA4A-9D33-34D4B8AD6E3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3642462" y="2141174"/>
            <a:ext cx="797193" cy="106188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winkelte Verbindung 97">
            <a:extLst>
              <a:ext uri="{FF2B5EF4-FFF2-40B4-BE49-F238E27FC236}">
                <a16:creationId xmlns:a16="http://schemas.microsoft.com/office/drawing/2014/main" id="{963EA6B2-9A92-7945-8285-AA3F147FF848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4663631" y="2181889"/>
            <a:ext cx="797193" cy="98045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winkelte Verbindung 100">
            <a:extLst>
              <a:ext uri="{FF2B5EF4-FFF2-40B4-BE49-F238E27FC236}">
                <a16:creationId xmlns:a16="http://schemas.microsoft.com/office/drawing/2014/main" id="{AEE386B0-07D1-2F48-8050-FC7E848B179F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16200000" flipH="1">
            <a:off x="5684801" y="1160719"/>
            <a:ext cx="797193" cy="302279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5E6F209B-2CA6-5E4E-B20E-89BF1730296B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Xtreme</a:t>
            </a:r>
            <a:r>
              <a:rPr lang="de-DE" sz="2200" dirty="0"/>
              <a:t> </a:t>
            </a:r>
            <a:r>
              <a:rPr lang="de-DE" sz="2200" dirty="0" err="1"/>
              <a:t>Programming</a:t>
            </a:r>
            <a:r>
              <a:rPr lang="de-DE" sz="2200" dirty="0"/>
              <a:t> (XP)</a:t>
            </a:r>
          </a:p>
        </p:txBody>
      </p:sp>
    </p:spTree>
    <p:extLst>
      <p:ext uri="{BB962C8B-B14F-4D97-AF65-F5344CB8AC3E}">
        <p14:creationId xmlns:p14="http://schemas.microsoft.com/office/powerpoint/2010/main" val="1787846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9</a:t>
            </a:fld>
            <a:endParaRPr lang="de-DE" sz="14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7DF5790-E53D-EC49-AE8E-B01FB706DD75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Xtreme</a:t>
            </a:r>
            <a:r>
              <a:rPr lang="de-DE" sz="2200" dirty="0"/>
              <a:t> </a:t>
            </a:r>
            <a:r>
              <a:rPr lang="de-DE" sz="2200" dirty="0" err="1"/>
              <a:t>Programming</a:t>
            </a:r>
            <a:r>
              <a:rPr lang="de-DE" sz="2200" dirty="0"/>
              <a:t> (XP)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840925B4-F81E-0846-BE3B-6AFAE4070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60" y="908719"/>
            <a:ext cx="7911728" cy="531958"/>
          </a:xfrm>
          <a:prstGeom prst="rect">
            <a:avLst/>
          </a:prstGeom>
          <a:solidFill>
            <a:srgbClr val="F0F01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60000"/>
              </a:prstClr>
            </a:outerShdw>
          </a:effectLst>
        </p:spPr>
        <p:txBody>
          <a:bodyPr wrap="square" lIns="79507" tIns="108000" rIns="79507" bIns="111600">
            <a:spAutoFit/>
          </a:bodyPr>
          <a:lstStyle/>
          <a:p>
            <a:pPr algn="ctr" defTabSz="795338" eaLnBrk="0" hangingPunct="0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de-DE" b="1" dirty="0" err="1"/>
              <a:t>Planning</a:t>
            </a:r>
            <a:r>
              <a:rPr lang="de-DE" b="1" dirty="0"/>
              <a:t> Game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5E8D29D-363D-7942-A156-2C9B00674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628800"/>
            <a:ext cx="7920038" cy="1120728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84175" indent="-384175" defTabSz="1089025">
              <a:lnSpc>
                <a:spcPct val="90000"/>
              </a:lnSpc>
              <a:spcBef>
                <a:spcPct val="30000"/>
              </a:spcBef>
              <a:buFont typeface="Wingdings 3" pitchFamily="18" charset="2"/>
              <a:buNone/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600" b="1" dirty="0" err="1"/>
              <a:t>Collect</a:t>
            </a:r>
            <a:r>
              <a:rPr lang="de-DE" sz="1600" b="1" dirty="0"/>
              <a:t> </a:t>
            </a:r>
            <a:r>
              <a:rPr lang="de-DE" sz="1600" b="1" dirty="0" err="1"/>
              <a:t>requests</a:t>
            </a:r>
            <a:r>
              <a:rPr lang="de-DE" sz="1600" b="1" dirty="0"/>
              <a:t> on User Story Cards</a:t>
            </a:r>
            <a:endParaRPr lang="de-DE" sz="1600" b="1" dirty="0">
              <a:solidFill>
                <a:schemeClr val="accent2"/>
              </a:solidFill>
            </a:endParaRPr>
          </a:p>
          <a:p>
            <a:pPr marL="714375" lvl="1" indent="-341313" defTabSz="1089025">
              <a:lnSpc>
                <a:spcPct val="90000"/>
              </a:lnSpc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600" dirty="0"/>
              <a:t>Customer </a:t>
            </a:r>
            <a:r>
              <a:rPr lang="de-DE" sz="1600" dirty="0" err="1"/>
              <a:t>writes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cards</a:t>
            </a:r>
            <a:r>
              <a:rPr lang="de-DE" sz="1600" dirty="0"/>
              <a:t>.</a:t>
            </a:r>
          </a:p>
          <a:p>
            <a:pPr marL="714375" lvl="1" indent="-341313" defTabSz="1089025">
              <a:lnSpc>
                <a:spcPct val="90000"/>
              </a:lnSpc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600" dirty="0"/>
              <a:t>Sketches, </a:t>
            </a:r>
            <a:r>
              <a:rPr lang="de-DE" sz="1600" dirty="0" err="1"/>
              <a:t>texts</a:t>
            </a:r>
            <a:r>
              <a:rPr lang="de-DE" sz="1600" dirty="0"/>
              <a:t>, </a:t>
            </a:r>
          </a:p>
          <a:p>
            <a:pPr marL="714375" lvl="1" indent="-3175" defTabSz="1089025">
              <a:lnSpc>
                <a:spcPct val="90000"/>
              </a:lnSpc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600" dirty="0"/>
              <a:t>also </a:t>
            </a:r>
            <a:r>
              <a:rPr lang="de-DE" sz="1600" dirty="0" err="1"/>
              <a:t>common</a:t>
            </a:r>
            <a:r>
              <a:rPr lang="de-DE" sz="1600" dirty="0"/>
              <a:t> </a:t>
            </a:r>
            <a:r>
              <a:rPr lang="de-DE" sz="1600" dirty="0" err="1"/>
              <a:t>language</a:t>
            </a:r>
            <a:endParaRPr lang="de-DE" sz="16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1A918CA-E757-5444-8C69-55BE5731C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893545"/>
            <a:ext cx="7920038" cy="233565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84175" indent="-384175" defTabSz="1089025">
              <a:lnSpc>
                <a:spcPct val="90000"/>
              </a:lnSpc>
              <a:spcBef>
                <a:spcPct val="30000"/>
              </a:spcBef>
              <a:buFont typeface="Wingdings 3" pitchFamily="18" charset="2"/>
              <a:buNone/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600" b="1" dirty="0"/>
              <a:t>Developers </a:t>
            </a:r>
            <a:r>
              <a:rPr lang="de-DE" sz="1600" b="1" dirty="0" err="1"/>
              <a:t>estimate</a:t>
            </a:r>
            <a:r>
              <a:rPr lang="de-DE" sz="1600" b="1" dirty="0"/>
              <a:t> </a:t>
            </a:r>
            <a:r>
              <a:rPr lang="de-DE" sz="1600" b="1" dirty="0" err="1"/>
              <a:t>cost</a:t>
            </a:r>
            <a:r>
              <a:rPr lang="de-DE" sz="1600" b="1" dirty="0"/>
              <a:t> per </a:t>
            </a:r>
            <a:r>
              <a:rPr lang="de-DE" sz="1600" b="1" dirty="0" err="1"/>
              <a:t>card</a:t>
            </a:r>
            <a:endParaRPr lang="de-DE" sz="1600" b="1" dirty="0"/>
          </a:p>
          <a:p>
            <a:pPr marL="714375" lvl="1" indent="-341313" defTabSz="1089025"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600" dirty="0" err="1"/>
              <a:t>Estimation</a:t>
            </a:r>
            <a:r>
              <a:rPr lang="de-DE" sz="1600" dirty="0"/>
              <a:t> </a:t>
            </a:r>
            <a:r>
              <a:rPr lang="de-DE" sz="1600" dirty="0" err="1"/>
              <a:t>based</a:t>
            </a:r>
            <a:r>
              <a:rPr lang="de-DE" sz="1600" dirty="0"/>
              <a:t> on </a:t>
            </a:r>
            <a:r>
              <a:rPr lang="de-DE" sz="1600" dirty="0" err="1"/>
              <a:t>experience</a:t>
            </a:r>
            <a:br>
              <a:rPr lang="de-DE" sz="1600" dirty="0"/>
            </a:br>
            <a:r>
              <a:rPr lang="de-DE" sz="1600" dirty="0"/>
              <a:t>(</a:t>
            </a:r>
            <a:r>
              <a:rPr lang="de-DE" sz="1600" dirty="0" err="1"/>
              <a:t>similarities</a:t>
            </a:r>
            <a:r>
              <a:rPr lang="de-DE" sz="1600" dirty="0"/>
              <a:t> </a:t>
            </a:r>
            <a:r>
              <a:rPr lang="de-DE" sz="1600" dirty="0" err="1"/>
              <a:t>between</a:t>
            </a:r>
            <a:r>
              <a:rPr lang="de-DE" sz="1600" dirty="0"/>
              <a:t> </a:t>
            </a:r>
            <a:r>
              <a:rPr lang="de-DE" sz="1600" dirty="0" err="1"/>
              <a:t>cards</a:t>
            </a:r>
            <a:r>
              <a:rPr lang="de-DE" sz="1600" dirty="0"/>
              <a:t>)</a:t>
            </a:r>
          </a:p>
          <a:p>
            <a:pPr marL="714375" lvl="1" indent="-341313" defTabSz="1089025"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600" dirty="0"/>
              <a:t>Abstract </a:t>
            </a:r>
            <a:r>
              <a:rPr lang="de-DE" sz="1600" dirty="0" err="1"/>
              <a:t>dimensioning</a:t>
            </a:r>
            <a:r>
              <a:rPr lang="de-DE" sz="1600" dirty="0"/>
              <a:t>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costs</a:t>
            </a:r>
            <a:br>
              <a:rPr lang="de-DE" sz="1600" dirty="0"/>
            </a:br>
            <a:r>
              <a:rPr lang="de-DE" sz="1600" dirty="0"/>
              <a:t>(e.g. 1 </a:t>
            </a:r>
            <a:r>
              <a:rPr lang="de-DE" sz="1600" dirty="0" err="1"/>
              <a:t>to</a:t>
            </a:r>
            <a:r>
              <a:rPr lang="de-DE" sz="1600" dirty="0"/>
              <a:t> 10 </a:t>
            </a:r>
            <a:r>
              <a:rPr lang="de-DE" sz="1600" dirty="0" err="1"/>
              <a:t>points</a:t>
            </a:r>
            <a:r>
              <a:rPr lang="de-DE" sz="1600" dirty="0"/>
              <a:t>)</a:t>
            </a:r>
          </a:p>
          <a:p>
            <a:pPr marL="714375" lvl="1" indent="-341313" defTabSz="1089025"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600" dirty="0"/>
              <a:t>Feedback </a:t>
            </a:r>
            <a:r>
              <a:rPr lang="de-DE" sz="1600" dirty="0" err="1"/>
              <a:t>of</a:t>
            </a:r>
            <a:r>
              <a:rPr lang="de-DE" sz="1600" dirty="0"/>
              <a:t> </a:t>
            </a:r>
            <a:r>
              <a:rPr lang="de-DE" sz="1600" dirty="0" err="1"/>
              <a:t>customers</a:t>
            </a:r>
            <a:endParaRPr lang="de-DE" sz="1600" dirty="0"/>
          </a:p>
          <a:p>
            <a:pPr marL="714375" lvl="1" indent="-341313" defTabSz="1089025"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600" dirty="0" err="1"/>
              <a:t>Updating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 err="1"/>
              <a:t>cards</a:t>
            </a:r>
            <a:r>
              <a:rPr lang="de-DE" sz="1600" dirty="0"/>
              <a:t> </a:t>
            </a:r>
            <a:r>
              <a:rPr lang="de-DE" sz="1600" dirty="0" err="1"/>
              <a:t>with</a:t>
            </a:r>
            <a:br>
              <a:rPr lang="de-DE" sz="1600" dirty="0"/>
            </a:br>
            <a:r>
              <a:rPr lang="de-DE" sz="1600" dirty="0" err="1"/>
              <a:t>cost</a:t>
            </a:r>
            <a:r>
              <a:rPr lang="de-DE" sz="1600" dirty="0"/>
              <a:t> </a:t>
            </a:r>
            <a:r>
              <a:rPr lang="de-DE" sz="1600" dirty="0" err="1"/>
              <a:t>notes</a:t>
            </a:r>
            <a:r>
              <a:rPr lang="de-DE" sz="1600" dirty="0"/>
              <a:t> (Story Points)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0D70E51-A34C-914D-A0C9-CB128D649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300815"/>
            <a:ext cx="7920038" cy="93649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84175" indent="-384175" defTabSz="1089025">
              <a:lnSpc>
                <a:spcPct val="90000"/>
              </a:lnSpc>
              <a:spcBef>
                <a:spcPct val="30000"/>
              </a:spcBef>
              <a:buFont typeface="Wingdings 3" pitchFamily="18" charset="2"/>
              <a:buNone/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600" b="1" dirty="0" err="1"/>
              <a:t>Selection</a:t>
            </a:r>
            <a:r>
              <a:rPr lang="de-DE" sz="1600" b="1" dirty="0"/>
              <a:t> </a:t>
            </a:r>
            <a:r>
              <a:rPr lang="de-DE" sz="1600" b="1" dirty="0" err="1"/>
              <a:t>of</a:t>
            </a:r>
            <a:r>
              <a:rPr lang="de-DE" sz="1600" b="1" dirty="0"/>
              <a:t> </a:t>
            </a:r>
            <a:r>
              <a:rPr lang="de-DE" sz="1600" b="1" dirty="0" err="1"/>
              <a:t>cards</a:t>
            </a:r>
            <a:r>
              <a:rPr lang="de-DE" sz="1600" b="1" dirty="0"/>
              <a:t> </a:t>
            </a:r>
            <a:r>
              <a:rPr lang="de-DE" sz="1600" b="1" dirty="0" err="1"/>
              <a:t>for</a:t>
            </a:r>
            <a:r>
              <a:rPr lang="de-DE" sz="1600" b="1" dirty="0"/>
              <a:t> </a:t>
            </a:r>
            <a:r>
              <a:rPr lang="de-DE" sz="1600" b="1" dirty="0" err="1"/>
              <a:t>next</a:t>
            </a:r>
            <a:r>
              <a:rPr lang="de-DE" sz="1600" b="1" dirty="0"/>
              <a:t> </a:t>
            </a:r>
            <a:r>
              <a:rPr lang="de-DE" sz="1600" b="1" dirty="0" err="1"/>
              <a:t>release</a:t>
            </a:r>
            <a:r>
              <a:rPr lang="de-DE" sz="1600" b="1" dirty="0"/>
              <a:t> </a:t>
            </a:r>
            <a:r>
              <a:rPr lang="de-DE" sz="1600" b="1" dirty="0" err="1"/>
              <a:t>by</a:t>
            </a:r>
            <a:r>
              <a:rPr lang="de-DE" sz="1600" b="1" dirty="0"/>
              <a:t> </a:t>
            </a:r>
            <a:r>
              <a:rPr lang="de-DE" sz="1600" b="1" dirty="0" err="1"/>
              <a:t>customers</a:t>
            </a:r>
            <a:endParaRPr lang="de-DE" sz="1600" b="1" dirty="0"/>
          </a:p>
          <a:p>
            <a:pPr marL="714375" lvl="1" indent="-341313" defTabSz="1089025">
              <a:lnSpc>
                <a:spcPct val="90000"/>
              </a:lnSpc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600" dirty="0" err="1"/>
              <a:t>By</a:t>
            </a:r>
            <a:r>
              <a:rPr lang="de-DE" sz="1600" dirty="0"/>
              <a:t> </a:t>
            </a:r>
            <a:r>
              <a:rPr lang="de-DE" sz="1600" dirty="0" err="1"/>
              <a:t>importance</a:t>
            </a:r>
            <a:r>
              <a:rPr lang="de-DE" sz="1600" dirty="0"/>
              <a:t>, </a:t>
            </a:r>
            <a:r>
              <a:rPr lang="de-DE" sz="1600" dirty="0" err="1"/>
              <a:t>utility</a:t>
            </a:r>
            <a:r>
              <a:rPr lang="de-DE" sz="1600" dirty="0"/>
              <a:t> </a:t>
            </a:r>
            <a:r>
              <a:rPr lang="de-DE" sz="1600" dirty="0" err="1"/>
              <a:t>prioritized</a:t>
            </a:r>
            <a:endParaRPr lang="de-DE" sz="1600" dirty="0"/>
          </a:p>
          <a:p>
            <a:pPr marL="714375" lvl="1" indent="-341313" defTabSz="1089025">
              <a:lnSpc>
                <a:spcPct val="90000"/>
              </a:lnSpc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600" dirty="0"/>
              <a:t>Development </a:t>
            </a:r>
            <a:r>
              <a:rPr lang="de-DE" sz="1600" dirty="0" err="1"/>
              <a:t>team</a:t>
            </a:r>
            <a:r>
              <a:rPr lang="de-DE" sz="1600" dirty="0"/>
              <a:t> </a:t>
            </a:r>
            <a:r>
              <a:rPr lang="de-DE" sz="1600" dirty="0" err="1"/>
              <a:t>is</a:t>
            </a:r>
            <a:r>
              <a:rPr lang="de-DE" sz="1600" dirty="0"/>
              <a:t> limited </a:t>
            </a:r>
            <a:r>
              <a:rPr lang="de-DE" sz="1600" dirty="0" err="1"/>
              <a:t>by</a:t>
            </a:r>
            <a:r>
              <a:rPr lang="de-DE" sz="1600" dirty="0"/>
              <a:t> </a:t>
            </a:r>
            <a:r>
              <a:rPr lang="de-DE" sz="1600" dirty="0" err="1"/>
              <a:t>its</a:t>
            </a:r>
            <a:r>
              <a:rPr lang="de-DE" sz="1600" dirty="0"/>
              <a:t> </a:t>
            </a:r>
            <a:r>
              <a:rPr lang="de-DE" sz="1600" dirty="0" err="1"/>
              <a:t>productivity</a:t>
            </a:r>
            <a:endParaRPr lang="de-DE" sz="1600" dirty="0"/>
          </a:p>
        </p:txBody>
      </p:sp>
      <p:pic>
        <p:nvPicPr>
          <p:cNvPr id="8" name="Bild 3">
            <a:extLst>
              <a:ext uri="{FF2B5EF4-FFF2-40B4-BE49-F238E27FC236}">
                <a16:creationId xmlns:a16="http://schemas.microsoft.com/office/drawing/2014/main" id="{FC3D2349-6898-584E-BA7B-75B98194B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537" y="2276872"/>
            <a:ext cx="4340117" cy="280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68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10</a:t>
            </a:fld>
            <a:endParaRPr lang="de-DE" sz="140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427431E-3E59-1C4C-BED7-4FEEDD778481}"/>
              </a:ext>
            </a:extLst>
          </p:cNvPr>
          <p:cNvSpPr/>
          <p:nvPr/>
        </p:nvSpPr>
        <p:spPr>
          <a:xfrm>
            <a:off x="1746607" y="1336682"/>
            <a:ext cx="5650786" cy="936838"/>
          </a:xfrm>
          <a:prstGeom prst="rect">
            <a:avLst/>
          </a:prstGeom>
          <a:solidFill>
            <a:srgbClr val="F0F0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de-DE" dirty="0" err="1">
                <a:solidFill>
                  <a:schemeClr val="tx1"/>
                </a:solidFill>
              </a:rPr>
              <a:t>Method</a:t>
            </a:r>
            <a:r>
              <a:rPr lang="de-DE" dirty="0">
                <a:solidFill>
                  <a:schemeClr val="tx1"/>
                </a:solidFill>
              </a:rPr>
              <a:t>, </a:t>
            </a:r>
            <a:r>
              <a:rPr lang="de-DE" dirty="0" err="1">
                <a:solidFill>
                  <a:schemeClr val="tx1"/>
                </a:solidFill>
              </a:rPr>
              <a:t>Process</a:t>
            </a:r>
            <a:r>
              <a:rPr lang="de-DE" dirty="0">
                <a:solidFill>
                  <a:schemeClr val="tx1"/>
                </a:solidFill>
              </a:rPr>
              <a:t> Model e. g. </a:t>
            </a:r>
            <a:r>
              <a:rPr lang="de-DE" dirty="0" err="1">
                <a:solidFill>
                  <a:schemeClr val="tx1"/>
                </a:solidFill>
              </a:rPr>
              <a:t>Waterfall</a:t>
            </a:r>
            <a:r>
              <a:rPr lang="de-DE" dirty="0">
                <a:solidFill>
                  <a:schemeClr val="tx1"/>
                </a:solidFill>
              </a:rPr>
              <a:t>, Spiral Model </a:t>
            </a:r>
            <a:r>
              <a:rPr lang="de-DE" dirty="0" err="1">
                <a:solidFill>
                  <a:schemeClr val="tx1"/>
                </a:solidFill>
              </a:rPr>
              <a:t>or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sz="2000" b="1" dirty="0">
                <a:solidFill>
                  <a:srgbClr val="244ABC"/>
                </a:solidFill>
              </a:rPr>
              <a:t>“The </a:t>
            </a:r>
            <a:r>
              <a:rPr lang="de-DE" sz="2000" b="1" dirty="0" err="1">
                <a:solidFill>
                  <a:srgbClr val="244ABC"/>
                </a:solidFill>
              </a:rPr>
              <a:t>Xtreme</a:t>
            </a:r>
            <a:r>
              <a:rPr lang="de-DE" sz="2000" b="1" dirty="0">
                <a:solidFill>
                  <a:srgbClr val="244ABC"/>
                </a:solidFill>
              </a:rPr>
              <a:t> </a:t>
            </a:r>
            <a:r>
              <a:rPr lang="de-DE" sz="2000" b="1" dirty="0" err="1">
                <a:solidFill>
                  <a:srgbClr val="244ABC"/>
                </a:solidFill>
              </a:rPr>
              <a:t>Programming</a:t>
            </a:r>
            <a:r>
              <a:rPr lang="de-DE" sz="2000" b="1" dirty="0">
                <a:solidFill>
                  <a:srgbClr val="244ABC"/>
                </a:solidFill>
              </a:rPr>
              <a:t> </a:t>
            </a:r>
            <a:r>
              <a:rPr lang="de-DE" sz="2000" b="1" dirty="0" err="1">
                <a:solidFill>
                  <a:srgbClr val="244ABC"/>
                </a:solidFill>
              </a:rPr>
              <a:t>Scrum</a:t>
            </a:r>
            <a:r>
              <a:rPr lang="de-DE" sz="2000" b="1" dirty="0">
                <a:solidFill>
                  <a:srgbClr val="244ABC"/>
                </a:solidFill>
              </a:rPr>
              <a:t> Combi“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1990F3C-49C2-074C-93A9-FFD598DDF89B}"/>
              </a:ext>
            </a:extLst>
          </p:cNvPr>
          <p:cNvSpPr/>
          <p:nvPr/>
        </p:nvSpPr>
        <p:spPr>
          <a:xfrm>
            <a:off x="533682" y="307071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 err="1">
                <a:solidFill>
                  <a:schemeClr val="bg1"/>
                </a:solidFill>
              </a:rPr>
              <a:t>Planning</a:t>
            </a:r>
            <a:r>
              <a:rPr lang="de-DE" dirty="0">
                <a:solidFill>
                  <a:schemeClr val="bg1"/>
                </a:solidFill>
              </a:rPr>
              <a:t> Game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1284164-983F-BB4F-AE88-2889A29CFD65}"/>
              </a:ext>
            </a:extLst>
          </p:cNvPr>
          <p:cNvSpPr/>
          <p:nvPr/>
        </p:nvSpPr>
        <p:spPr>
          <a:xfrm>
            <a:off x="2576022" y="307071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 </a:t>
            </a:r>
          </a:p>
          <a:p>
            <a:pPr algn="ctr"/>
            <a:r>
              <a:rPr lang="de-DE" dirty="0" err="1">
                <a:solidFill>
                  <a:schemeClr val="bg1"/>
                </a:solidFill>
              </a:rPr>
              <a:t>Scrum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47A0E1C-7D45-9A4D-9C6B-B99988BA2BDE}"/>
              </a:ext>
            </a:extLst>
          </p:cNvPr>
          <p:cNvSpPr/>
          <p:nvPr/>
        </p:nvSpPr>
        <p:spPr>
          <a:xfrm>
            <a:off x="4618361" y="3070713"/>
            <a:ext cx="1868186" cy="780836"/>
          </a:xfrm>
          <a:prstGeom prst="rect">
            <a:avLst/>
          </a:prstGeom>
          <a:solidFill>
            <a:srgbClr val="F0F0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005493"/>
                </a:solidFill>
              </a:rPr>
              <a:t>Technique</a:t>
            </a:r>
            <a:r>
              <a:rPr lang="de-DE" dirty="0">
                <a:solidFill>
                  <a:srgbClr val="005493"/>
                </a:solidFill>
              </a:rPr>
              <a:t>:</a:t>
            </a:r>
          </a:p>
          <a:p>
            <a:pPr algn="ctr"/>
            <a:r>
              <a:rPr lang="de-DE" dirty="0">
                <a:solidFill>
                  <a:srgbClr val="005493"/>
                </a:solidFill>
              </a:rPr>
              <a:t>Customer on-site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C6AEDDB-484B-5A45-B5D3-EDD6634DAAC6}"/>
              </a:ext>
            </a:extLst>
          </p:cNvPr>
          <p:cNvSpPr/>
          <p:nvPr/>
        </p:nvSpPr>
        <p:spPr>
          <a:xfrm>
            <a:off x="6660701" y="307071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 err="1">
                <a:solidFill>
                  <a:schemeClr val="bg1"/>
                </a:solidFill>
              </a:rPr>
              <a:t>Coding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standards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5E8F5A3-B89C-6745-BDF1-47A954D61261}"/>
              </a:ext>
            </a:extLst>
          </p:cNvPr>
          <p:cNvSpPr/>
          <p:nvPr/>
        </p:nvSpPr>
        <p:spPr>
          <a:xfrm>
            <a:off x="596756" y="4510355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You</a:t>
            </a:r>
            <a:r>
              <a:rPr lang="de-DE" dirty="0">
                <a:solidFill>
                  <a:schemeClr val="bg1"/>
                </a:solidFill>
              </a:rPr>
              <a:t>-track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CA98207-A5B4-E141-AEDD-254F7665B112}"/>
              </a:ext>
            </a:extLst>
          </p:cNvPr>
          <p:cNvSpPr/>
          <p:nvPr/>
        </p:nvSpPr>
        <p:spPr>
          <a:xfrm>
            <a:off x="1611612" y="4510355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Jira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E52BB68-5645-0D4B-BE76-6F9D0453FD3F}"/>
              </a:ext>
            </a:extLst>
          </p:cNvPr>
          <p:cNvSpPr/>
          <p:nvPr/>
        </p:nvSpPr>
        <p:spPr>
          <a:xfrm>
            <a:off x="2626468" y="4510355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Wrike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DCFA1E2-E826-B547-BC69-82BD17203770}"/>
              </a:ext>
            </a:extLst>
          </p:cNvPr>
          <p:cNvSpPr/>
          <p:nvPr/>
        </p:nvSpPr>
        <p:spPr>
          <a:xfrm>
            <a:off x="3641324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Slack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2725E09-5A4E-934A-9FBF-056DAD2BE242}"/>
              </a:ext>
            </a:extLst>
          </p:cNvPr>
          <p:cNvSpPr/>
          <p:nvPr/>
        </p:nvSpPr>
        <p:spPr>
          <a:xfrm>
            <a:off x="4656180" y="4507833"/>
            <a:ext cx="790255" cy="780836"/>
          </a:xfrm>
          <a:prstGeom prst="rect">
            <a:avLst/>
          </a:prstGeom>
          <a:solidFill>
            <a:srgbClr val="F0F0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05493"/>
                </a:solidFill>
              </a:rPr>
              <a:t>Order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8947F28-FFE5-0044-87D5-61E3D69FD191}"/>
              </a:ext>
            </a:extLst>
          </p:cNvPr>
          <p:cNvSpPr/>
          <p:nvPr/>
        </p:nvSpPr>
        <p:spPr>
          <a:xfrm>
            <a:off x="5671036" y="4507833"/>
            <a:ext cx="790255" cy="780836"/>
          </a:xfrm>
          <a:prstGeom prst="rect">
            <a:avLst/>
          </a:prstGeom>
          <a:solidFill>
            <a:srgbClr val="F0F0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05493"/>
                </a:solidFill>
              </a:rPr>
              <a:t>Office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CC0439C-D0DC-B345-8334-7CE0203CD27B}"/>
              </a:ext>
            </a:extLst>
          </p:cNvPr>
          <p:cNvSpPr/>
          <p:nvPr/>
        </p:nvSpPr>
        <p:spPr>
          <a:xfrm>
            <a:off x="6685892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IntelliJ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BB24282-0C83-2044-8DC9-A776E8244428}"/>
              </a:ext>
            </a:extLst>
          </p:cNvPr>
          <p:cNvSpPr/>
          <p:nvPr/>
        </p:nvSpPr>
        <p:spPr>
          <a:xfrm>
            <a:off x="7700748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Sonar </a:t>
            </a:r>
            <a:r>
              <a:rPr lang="de-DE" dirty="0" err="1">
                <a:solidFill>
                  <a:schemeClr val="bg1"/>
                </a:solidFill>
              </a:rPr>
              <a:t>Lint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11361934-AA51-3440-9B22-CE9ACB8F6457}"/>
              </a:ext>
            </a:extLst>
          </p:cNvPr>
          <p:cNvCxnSpPr>
            <a:cxnSpLocks/>
            <a:stCxn id="6" idx="2"/>
            <a:endCxn id="21" idx="0"/>
          </p:cNvCxnSpPr>
          <p:nvPr/>
        </p:nvCxnSpPr>
        <p:spPr>
          <a:xfrm flipH="1">
            <a:off x="991884" y="3851549"/>
            <a:ext cx="475891" cy="658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DAA23874-34AE-D141-A48E-1AD4316045BE}"/>
              </a:ext>
            </a:extLst>
          </p:cNvPr>
          <p:cNvCxnSpPr>
            <a:cxnSpLocks/>
            <a:stCxn id="6" idx="2"/>
            <a:endCxn id="22" idx="0"/>
          </p:cNvCxnSpPr>
          <p:nvPr/>
        </p:nvCxnSpPr>
        <p:spPr>
          <a:xfrm>
            <a:off x="1467775" y="3851549"/>
            <a:ext cx="538965" cy="658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621488A8-69D2-FB43-96A4-CEAA56C5C9AA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 flipH="1">
            <a:off x="3021596" y="3851549"/>
            <a:ext cx="488519" cy="658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7">
            <a:extLst>
              <a:ext uri="{FF2B5EF4-FFF2-40B4-BE49-F238E27FC236}">
                <a16:creationId xmlns:a16="http://schemas.microsoft.com/office/drawing/2014/main" id="{8F223347-C01A-B142-B32D-C54A8DEE96D1}"/>
              </a:ext>
            </a:extLst>
          </p:cNvPr>
          <p:cNvCxnSpPr>
            <a:cxnSpLocks/>
            <a:stCxn id="7" idx="2"/>
            <a:endCxn id="24" idx="0"/>
          </p:cNvCxnSpPr>
          <p:nvPr/>
        </p:nvCxnSpPr>
        <p:spPr>
          <a:xfrm>
            <a:off x="3510115" y="3851549"/>
            <a:ext cx="526337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40">
            <a:extLst>
              <a:ext uri="{FF2B5EF4-FFF2-40B4-BE49-F238E27FC236}">
                <a16:creationId xmlns:a16="http://schemas.microsoft.com/office/drawing/2014/main" id="{872A4B52-B1E9-024B-82AB-101E6C80E0C4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 flipH="1">
            <a:off x="5051308" y="3851549"/>
            <a:ext cx="501146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C8A15EF9-6571-1944-AF02-03B33E8E3051}"/>
              </a:ext>
            </a:extLst>
          </p:cNvPr>
          <p:cNvCxnSpPr>
            <a:cxnSpLocks/>
            <a:stCxn id="8" idx="2"/>
            <a:endCxn id="26" idx="0"/>
          </p:cNvCxnSpPr>
          <p:nvPr/>
        </p:nvCxnSpPr>
        <p:spPr>
          <a:xfrm>
            <a:off x="5552454" y="3851549"/>
            <a:ext cx="513710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46">
            <a:extLst>
              <a:ext uri="{FF2B5EF4-FFF2-40B4-BE49-F238E27FC236}">
                <a16:creationId xmlns:a16="http://schemas.microsoft.com/office/drawing/2014/main" id="{D35D40ED-17B2-2F48-8366-B1AC04D4764E}"/>
              </a:ext>
            </a:extLst>
          </p:cNvPr>
          <p:cNvCxnSpPr>
            <a:cxnSpLocks/>
            <a:stCxn id="9" idx="2"/>
            <a:endCxn id="27" idx="0"/>
          </p:cNvCxnSpPr>
          <p:nvPr/>
        </p:nvCxnSpPr>
        <p:spPr>
          <a:xfrm flipH="1">
            <a:off x="7081020" y="3851549"/>
            <a:ext cx="513774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47">
            <a:extLst>
              <a:ext uri="{FF2B5EF4-FFF2-40B4-BE49-F238E27FC236}">
                <a16:creationId xmlns:a16="http://schemas.microsoft.com/office/drawing/2014/main" id="{A98654B2-943D-EA42-B3C4-018F2B79E1EA}"/>
              </a:ext>
            </a:extLst>
          </p:cNvPr>
          <p:cNvCxnSpPr>
            <a:cxnSpLocks/>
            <a:stCxn id="9" idx="2"/>
            <a:endCxn id="28" idx="0"/>
          </p:cNvCxnSpPr>
          <p:nvPr/>
        </p:nvCxnSpPr>
        <p:spPr>
          <a:xfrm>
            <a:off x="7594794" y="3851549"/>
            <a:ext cx="501082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D7BAE51A-86A9-C143-96A8-ADA232A2AEA6}"/>
              </a:ext>
            </a:extLst>
          </p:cNvPr>
          <p:cNvSpPr txBox="1"/>
          <p:nvPr/>
        </p:nvSpPr>
        <p:spPr>
          <a:xfrm>
            <a:off x="2091887" y="5503771"/>
            <a:ext cx="4960226" cy="714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de-DE" dirty="0"/>
              <a:t>A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bundle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coordinated</a:t>
            </a:r>
            <a:r>
              <a:rPr lang="de-DE" dirty="0"/>
              <a:t> </a:t>
            </a:r>
            <a:r>
              <a:rPr lang="de-DE" dirty="0" err="1"/>
              <a:t>techniques</a:t>
            </a:r>
            <a:r>
              <a:rPr lang="de-DE" dirty="0"/>
              <a:t>.</a:t>
            </a:r>
          </a:p>
          <a:p>
            <a:pPr algn="ctr">
              <a:lnSpc>
                <a:spcPts val="2500"/>
              </a:lnSpc>
            </a:pPr>
            <a:r>
              <a:rPr lang="de-DE" dirty="0" err="1"/>
              <a:t>Techniques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performed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tools</a:t>
            </a:r>
            <a:r>
              <a:rPr lang="de-DE" dirty="0"/>
              <a:t>.</a:t>
            </a:r>
          </a:p>
        </p:txBody>
      </p:sp>
      <p:cxnSp>
        <p:nvCxnSpPr>
          <p:cNvPr id="94" name="Gewinkelte Verbindung 93">
            <a:extLst>
              <a:ext uri="{FF2B5EF4-FFF2-40B4-BE49-F238E27FC236}">
                <a16:creationId xmlns:a16="http://schemas.microsoft.com/office/drawing/2014/main" id="{47F6DCFE-04E3-0F42-AF31-7D842C4228B0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5400000">
            <a:off x="2621292" y="1120004"/>
            <a:ext cx="797193" cy="3104225"/>
          </a:xfrm>
          <a:prstGeom prst="bentConnector3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winkelte Verbindung 94">
            <a:extLst>
              <a:ext uri="{FF2B5EF4-FFF2-40B4-BE49-F238E27FC236}">
                <a16:creationId xmlns:a16="http://schemas.microsoft.com/office/drawing/2014/main" id="{CC699939-7ED4-BA4A-9D33-34D4B8AD6E3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3642462" y="2141174"/>
            <a:ext cx="797193" cy="106188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winkelte Verbindung 97">
            <a:extLst>
              <a:ext uri="{FF2B5EF4-FFF2-40B4-BE49-F238E27FC236}">
                <a16:creationId xmlns:a16="http://schemas.microsoft.com/office/drawing/2014/main" id="{963EA6B2-9A92-7945-8285-AA3F147FF848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4663631" y="2181889"/>
            <a:ext cx="797193" cy="98045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winkelte Verbindung 100">
            <a:extLst>
              <a:ext uri="{FF2B5EF4-FFF2-40B4-BE49-F238E27FC236}">
                <a16:creationId xmlns:a16="http://schemas.microsoft.com/office/drawing/2014/main" id="{AEE386B0-07D1-2F48-8050-FC7E848B179F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16200000" flipH="1">
            <a:off x="5684801" y="1160719"/>
            <a:ext cx="797193" cy="302279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5499C723-9F0C-4247-B636-B5F824C719D3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Xtreme</a:t>
            </a:r>
            <a:r>
              <a:rPr lang="de-DE" sz="2200" dirty="0"/>
              <a:t> </a:t>
            </a:r>
            <a:r>
              <a:rPr lang="de-DE" sz="2200" dirty="0" err="1"/>
              <a:t>Programming</a:t>
            </a:r>
            <a:r>
              <a:rPr lang="de-DE" sz="2200" dirty="0"/>
              <a:t> (XP)</a:t>
            </a:r>
          </a:p>
        </p:txBody>
      </p:sp>
    </p:spTree>
    <p:extLst>
      <p:ext uri="{BB962C8B-B14F-4D97-AF65-F5344CB8AC3E}">
        <p14:creationId xmlns:p14="http://schemas.microsoft.com/office/powerpoint/2010/main" val="3954559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11</a:t>
            </a:fld>
            <a:endParaRPr lang="de-DE" sz="1400"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6FCC49F9-3F08-3841-844F-7E0F228AE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60" y="1037724"/>
            <a:ext cx="7911728" cy="531958"/>
          </a:xfrm>
          <a:prstGeom prst="rect">
            <a:avLst/>
          </a:prstGeom>
          <a:solidFill>
            <a:srgbClr val="F0F01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60000"/>
              </a:prstClr>
            </a:outerShdw>
          </a:effectLst>
        </p:spPr>
        <p:txBody>
          <a:bodyPr wrap="square" lIns="79507" tIns="108000" rIns="79507" bIns="111600">
            <a:spAutoFit/>
          </a:bodyPr>
          <a:lstStyle/>
          <a:p>
            <a:pPr algn="ctr" defTabSz="795338" eaLnBrk="0" hangingPunct="0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de-DE" b="1" dirty="0"/>
              <a:t>Customer on-site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2450864-6196-7340-8143-D854611C1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895612"/>
            <a:ext cx="7920038" cy="102933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84175" indent="-384175" defTabSz="1089025">
              <a:lnSpc>
                <a:spcPct val="90000"/>
              </a:lnSpc>
              <a:spcBef>
                <a:spcPct val="30000"/>
              </a:spcBef>
              <a:buFont typeface="Wingdings 3" pitchFamily="18" charset="2"/>
              <a:buNone/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700" b="1" dirty="0"/>
              <a:t>Customer </a:t>
            </a:r>
            <a:r>
              <a:rPr lang="de-DE" sz="1700" b="1" dirty="0" err="1"/>
              <a:t>is</a:t>
            </a:r>
            <a:r>
              <a:rPr lang="de-DE" sz="1700" b="1" dirty="0"/>
              <a:t> </a:t>
            </a:r>
            <a:r>
              <a:rPr lang="de-DE" sz="1700" b="1" dirty="0" err="1"/>
              <a:t>available</a:t>
            </a:r>
            <a:r>
              <a:rPr lang="de-DE" sz="1700" b="1" dirty="0"/>
              <a:t> </a:t>
            </a:r>
            <a:r>
              <a:rPr lang="de-DE" sz="1700" b="1" dirty="0" err="1"/>
              <a:t>for</a:t>
            </a:r>
            <a:r>
              <a:rPr lang="de-DE" sz="1700" b="1" dirty="0"/>
              <a:t> </a:t>
            </a:r>
            <a:r>
              <a:rPr lang="de-DE" sz="1700" b="1" dirty="0" err="1"/>
              <a:t>the</a:t>
            </a:r>
            <a:r>
              <a:rPr lang="de-DE" sz="1700" b="1" dirty="0"/>
              <a:t> </a:t>
            </a:r>
            <a:r>
              <a:rPr lang="de-DE" sz="1700" b="1" dirty="0" err="1"/>
              <a:t>entire</a:t>
            </a:r>
            <a:r>
              <a:rPr lang="de-DE" sz="1700" b="1" dirty="0"/>
              <a:t> </a:t>
            </a:r>
            <a:r>
              <a:rPr lang="de-DE" sz="1700" b="1" dirty="0" err="1"/>
              <a:t>project</a:t>
            </a:r>
            <a:r>
              <a:rPr lang="de-DE" sz="1700" b="1" dirty="0"/>
              <a:t> </a:t>
            </a:r>
            <a:r>
              <a:rPr lang="de-DE" sz="1700" b="1" dirty="0" err="1"/>
              <a:t>duration</a:t>
            </a:r>
            <a:endParaRPr lang="de-DE" sz="1700" b="1" dirty="0"/>
          </a:p>
          <a:p>
            <a:pPr marL="858838" lvl="1" indent="-284163" defTabSz="1089025">
              <a:lnSpc>
                <a:spcPct val="90000"/>
              </a:lnSpc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700" dirty="0" err="1"/>
              <a:t>Ideally</a:t>
            </a:r>
            <a:r>
              <a:rPr lang="de-DE" sz="1700" dirty="0"/>
              <a:t> </a:t>
            </a:r>
            <a:r>
              <a:rPr lang="de-DE" sz="1700" dirty="0" err="1"/>
              <a:t>directly</a:t>
            </a:r>
            <a:r>
              <a:rPr lang="de-DE" sz="1700" dirty="0"/>
              <a:t> on </a:t>
            </a:r>
            <a:r>
              <a:rPr lang="de-DE" sz="1700" dirty="0" err="1"/>
              <a:t>site</a:t>
            </a:r>
            <a:r>
              <a:rPr lang="de-DE" sz="1700" dirty="0"/>
              <a:t> ...</a:t>
            </a:r>
          </a:p>
          <a:p>
            <a:pPr marL="858838" lvl="1" indent="-284163" defTabSz="1089025">
              <a:lnSpc>
                <a:spcPct val="90000"/>
              </a:lnSpc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700" dirty="0"/>
              <a:t>... </a:t>
            </a:r>
            <a:r>
              <a:rPr lang="de-DE" sz="1700" dirty="0" err="1"/>
              <a:t>or</a:t>
            </a:r>
            <a:r>
              <a:rPr lang="de-DE" sz="1700" dirty="0"/>
              <a:t> at least </a:t>
            </a:r>
            <a:r>
              <a:rPr lang="de-DE" sz="1700" dirty="0" err="1"/>
              <a:t>available</a:t>
            </a:r>
            <a:r>
              <a:rPr lang="de-DE" sz="1700" dirty="0"/>
              <a:t> </a:t>
            </a:r>
            <a:r>
              <a:rPr lang="de-DE" sz="1700" dirty="0" err="1"/>
              <a:t>quickly</a:t>
            </a:r>
            <a:r>
              <a:rPr lang="de-DE" sz="1700" dirty="0"/>
              <a:t> </a:t>
            </a:r>
            <a:r>
              <a:rPr lang="de-DE" sz="1700" dirty="0" err="1"/>
              <a:t>and</a:t>
            </a:r>
            <a:r>
              <a:rPr lang="de-DE" sz="1700" dirty="0"/>
              <a:t> at </a:t>
            </a:r>
            <a:r>
              <a:rPr lang="de-DE" sz="1700" dirty="0" err="1"/>
              <a:t>any</a:t>
            </a:r>
            <a:r>
              <a:rPr lang="de-DE" sz="1700" dirty="0"/>
              <a:t> time.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D6F3D14-5D50-9148-8CC2-C47E5A5D5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960" y="3183020"/>
            <a:ext cx="7920038" cy="1080103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84175" indent="-384175" defTabSz="1089025">
              <a:lnSpc>
                <a:spcPct val="90000"/>
              </a:lnSpc>
              <a:spcBef>
                <a:spcPct val="30000"/>
              </a:spcBef>
              <a:buFont typeface="Wingdings 3" pitchFamily="18" charset="2"/>
              <a:buNone/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700" b="1" dirty="0"/>
              <a:t>Customer </a:t>
            </a:r>
            <a:r>
              <a:rPr lang="de-DE" sz="1700" b="1" dirty="0" err="1"/>
              <a:t>writes</a:t>
            </a:r>
            <a:r>
              <a:rPr lang="de-DE" sz="1700" b="1" dirty="0"/>
              <a:t> </a:t>
            </a:r>
            <a:r>
              <a:rPr lang="de-DE" sz="1700" b="1" dirty="0" err="1"/>
              <a:t>and</a:t>
            </a:r>
            <a:r>
              <a:rPr lang="de-DE" sz="1700" b="1" dirty="0"/>
              <a:t> </a:t>
            </a:r>
            <a:r>
              <a:rPr lang="de-DE" sz="1700" b="1" dirty="0" err="1"/>
              <a:t>reviews</a:t>
            </a:r>
            <a:r>
              <a:rPr lang="de-DE" sz="1700" b="1" dirty="0"/>
              <a:t> </a:t>
            </a:r>
            <a:r>
              <a:rPr lang="de-DE" sz="1700" b="1" dirty="0" err="1"/>
              <a:t>user</a:t>
            </a:r>
            <a:r>
              <a:rPr lang="de-DE" sz="1700" b="1" dirty="0"/>
              <a:t> </a:t>
            </a:r>
            <a:r>
              <a:rPr lang="de-DE" sz="1700" b="1" dirty="0" err="1"/>
              <a:t>stories</a:t>
            </a:r>
            <a:endParaRPr lang="de-DE" sz="1700" b="1" dirty="0"/>
          </a:p>
          <a:p>
            <a:pPr marL="714375" lvl="1" indent="-341313" defTabSz="1089025">
              <a:lnSpc>
                <a:spcPct val="90000"/>
              </a:lnSpc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700" dirty="0" err="1"/>
              <a:t>Requirements</a:t>
            </a:r>
            <a:r>
              <a:rPr lang="de-DE" sz="1700" dirty="0"/>
              <a:t> (</a:t>
            </a:r>
            <a:r>
              <a:rPr lang="de-DE" sz="1700" dirty="0" err="1"/>
              <a:t>maps</a:t>
            </a:r>
            <a:r>
              <a:rPr lang="de-DE" sz="1700" dirty="0"/>
              <a:t>) </a:t>
            </a:r>
            <a:r>
              <a:rPr lang="de-DE" sz="1700" dirty="0" err="1"/>
              <a:t>are</a:t>
            </a:r>
            <a:r>
              <a:rPr lang="de-DE" sz="1700" dirty="0"/>
              <a:t> </a:t>
            </a:r>
            <a:r>
              <a:rPr lang="de-DE" sz="1700" dirty="0" err="1"/>
              <a:t>constantly</a:t>
            </a:r>
            <a:r>
              <a:rPr lang="de-DE" sz="1700" dirty="0"/>
              <a:t> </a:t>
            </a:r>
            <a:r>
              <a:rPr lang="de-DE" sz="1700" dirty="0" err="1"/>
              <a:t>being</a:t>
            </a:r>
            <a:r>
              <a:rPr lang="de-DE" sz="1700" dirty="0"/>
              <a:t> </a:t>
            </a:r>
            <a:r>
              <a:rPr lang="de-DE" sz="1700" dirty="0" err="1"/>
              <a:t>refined</a:t>
            </a:r>
            <a:r>
              <a:rPr lang="de-DE" sz="1700" dirty="0"/>
              <a:t>.</a:t>
            </a:r>
          </a:p>
          <a:p>
            <a:pPr marL="714375" lvl="1" indent="-341313" defTabSz="1089025">
              <a:lnSpc>
                <a:spcPct val="90000"/>
              </a:lnSpc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700" dirty="0" err="1"/>
              <a:t>Questions</a:t>
            </a:r>
            <a:r>
              <a:rPr lang="de-DE" sz="1700" dirty="0"/>
              <a:t> </a:t>
            </a:r>
            <a:r>
              <a:rPr lang="de-DE" sz="1700" dirty="0" err="1"/>
              <a:t>of</a:t>
            </a:r>
            <a:r>
              <a:rPr lang="de-DE" sz="1700" dirty="0"/>
              <a:t> </a:t>
            </a:r>
            <a:r>
              <a:rPr lang="de-DE" sz="1700" dirty="0" err="1"/>
              <a:t>the</a:t>
            </a:r>
            <a:r>
              <a:rPr lang="de-DE" sz="1700" dirty="0"/>
              <a:t> </a:t>
            </a:r>
            <a:r>
              <a:rPr lang="de-DE" sz="1700" dirty="0" err="1"/>
              <a:t>developers</a:t>
            </a:r>
            <a:r>
              <a:rPr lang="de-DE" sz="1700" dirty="0"/>
              <a:t> </a:t>
            </a:r>
            <a:r>
              <a:rPr lang="de-DE" sz="1700" dirty="0" err="1"/>
              <a:t>are</a:t>
            </a:r>
            <a:r>
              <a:rPr lang="de-DE" sz="1700" dirty="0"/>
              <a:t> </a:t>
            </a:r>
            <a:r>
              <a:rPr lang="de-DE" sz="1700" dirty="0" err="1"/>
              <a:t>answered</a:t>
            </a:r>
            <a:r>
              <a:rPr lang="de-DE" sz="1700" dirty="0"/>
              <a:t> </a:t>
            </a:r>
            <a:r>
              <a:rPr lang="de-DE" sz="1700" dirty="0" err="1"/>
              <a:t>immediately</a:t>
            </a:r>
            <a:r>
              <a:rPr lang="de-DE" sz="1700" dirty="0"/>
              <a:t>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66C06C2-C04E-4A4C-BF62-B782E32A9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521199"/>
            <a:ext cx="7920038" cy="154790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84175" indent="-384175" defTabSz="1089025">
              <a:lnSpc>
                <a:spcPct val="90000"/>
              </a:lnSpc>
              <a:spcBef>
                <a:spcPct val="30000"/>
              </a:spcBef>
              <a:buFont typeface="Wingdings 3" pitchFamily="18" charset="2"/>
              <a:buNone/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700" b="1" dirty="0"/>
              <a:t>Customer </a:t>
            </a:r>
            <a:r>
              <a:rPr lang="de-DE" sz="1700" b="1" dirty="0" err="1"/>
              <a:t>makes</a:t>
            </a:r>
            <a:r>
              <a:rPr lang="de-DE" sz="1700" b="1" dirty="0"/>
              <a:t> </a:t>
            </a:r>
            <a:r>
              <a:rPr lang="de-DE" sz="1700" b="1" dirty="0" err="1"/>
              <a:t>decisions</a:t>
            </a:r>
            <a:endParaRPr lang="de-DE" sz="1700" b="1" dirty="0"/>
          </a:p>
          <a:p>
            <a:pPr marL="714375" lvl="1" indent="-341313" defTabSz="1089025"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700" dirty="0" err="1"/>
              <a:t>Avoid</a:t>
            </a:r>
            <a:r>
              <a:rPr lang="de-DE" sz="1700" dirty="0"/>
              <a:t> </a:t>
            </a:r>
            <a:r>
              <a:rPr lang="de-DE" sz="1700" dirty="0" err="1"/>
              <a:t>loss</a:t>
            </a:r>
            <a:r>
              <a:rPr lang="de-DE" sz="1700" dirty="0"/>
              <a:t> </a:t>
            </a:r>
            <a:r>
              <a:rPr lang="de-DE" sz="1700" dirty="0" err="1"/>
              <a:t>of</a:t>
            </a:r>
            <a:r>
              <a:rPr lang="de-DE" sz="1700" dirty="0"/>
              <a:t> time </a:t>
            </a:r>
            <a:r>
              <a:rPr lang="de-DE" sz="1700" dirty="0" err="1"/>
              <a:t>through</a:t>
            </a:r>
            <a:r>
              <a:rPr lang="de-DE" sz="1700" dirty="0"/>
              <a:t> </a:t>
            </a:r>
            <a:r>
              <a:rPr lang="de-DE" sz="1700" dirty="0" err="1"/>
              <a:t>direct</a:t>
            </a:r>
            <a:r>
              <a:rPr lang="de-DE" sz="1700" dirty="0"/>
              <a:t> </a:t>
            </a:r>
            <a:r>
              <a:rPr lang="de-DE" sz="1700" dirty="0" err="1"/>
              <a:t>availability</a:t>
            </a:r>
            <a:endParaRPr lang="de-DE" sz="1700" dirty="0"/>
          </a:p>
          <a:p>
            <a:pPr marL="714375" lvl="1" indent="-341313" defTabSz="1089025"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700" dirty="0" err="1"/>
              <a:t>No</a:t>
            </a:r>
            <a:r>
              <a:rPr lang="de-DE" sz="1700" dirty="0"/>
              <a:t> </a:t>
            </a:r>
            <a:r>
              <a:rPr lang="de-DE" sz="1700" dirty="0" err="1"/>
              <a:t>sole</a:t>
            </a:r>
            <a:r>
              <a:rPr lang="de-DE" sz="1700" dirty="0"/>
              <a:t> (</a:t>
            </a:r>
            <a:r>
              <a:rPr lang="de-DE" sz="1700" dirty="0" err="1"/>
              <a:t>wrong</a:t>
            </a:r>
            <a:r>
              <a:rPr lang="de-DE" sz="1700" dirty="0"/>
              <a:t>) </a:t>
            </a:r>
            <a:r>
              <a:rPr lang="de-DE" sz="1700" dirty="0" err="1"/>
              <a:t>decision</a:t>
            </a:r>
            <a:r>
              <a:rPr lang="de-DE" sz="1700" dirty="0"/>
              <a:t> </a:t>
            </a:r>
            <a:r>
              <a:rPr lang="de-DE" sz="1700" dirty="0" err="1"/>
              <a:t>by</a:t>
            </a:r>
            <a:r>
              <a:rPr lang="de-DE" sz="1700" dirty="0"/>
              <a:t> </a:t>
            </a:r>
            <a:r>
              <a:rPr lang="de-DE" sz="1700" dirty="0" err="1"/>
              <a:t>developers</a:t>
            </a:r>
            <a:endParaRPr lang="de-DE" sz="1700" dirty="0"/>
          </a:p>
        </p:txBody>
      </p:sp>
      <p:pic>
        <p:nvPicPr>
          <p:cNvPr id="7" name="Bild 10">
            <a:extLst>
              <a:ext uri="{FF2B5EF4-FFF2-40B4-BE49-F238E27FC236}">
                <a16:creationId xmlns:a16="http://schemas.microsoft.com/office/drawing/2014/main" id="{D571642D-7D84-154E-BCB9-16A8B7EA37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4168607"/>
            <a:ext cx="2016224" cy="188095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5D9765F7-D92A-A248-8D8B-D65744C11CAA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Xtreme</a:t>
            </a:r>
            <a:r>
              <a:rPr lang="de-DE" sz="2200" dirty="0"/>
              <a:t> </a:t>
            </a:r>
            <a:r>
              <a:rPr lang="de-DE" sz="2200" dirty="0" err="1"/>
              <a:t>Programming</a:t>
            </a:r>
            <a:r>
              <a:rPr lang="de-DE" sz="2200" dirty="0"/>
              <a:t> (XP)</a:t>
            </a:r>
          </a:p>
        </p:txBody>
      </p:sp>
    </p:spTree>
    <p:extLst>
      <p:ext uri="{BB962C8B-B14F-4D97-AF65-F5344CB8AC3E}">
        <p14:creationId xmlns:p14="http://schemas.microsoft.com/office/powerpoint/2010/main" val="3095649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12</a:t>
            </a:fld>
            <a:endParaRPr lang="de-DE" sz="1400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427431E-3E59-1C4C-BED7-4FEEDD778481}"/>
              </a:ext>
            </a:extLst>
          </p:cNvPr>
          <p:cNvSpPr/>
          <p:nvPr/>
        </p:nvSpPr>
        <p:spPr>
          <a:xfrm>
            <a:off x="1746607" y="1336682"/>
            <a:ext cx="5650786" cy="936838"/>
          </a:xfrm>
          <a:prstGeom prst="rect">
            <a:avLst/>
          </a:prstGeom>
          <a:solidFill>
            <a:srgbClr val="F0F0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de-DE" dirty="0" err="1">
                <a:solidFill>
                  <a:schemeClr val="tx1"/>
                </a:solidFill>
              </a:rPr>
              <a:t>Method</a:t>
            </a:r>
            <a:r>
              <a:rPr lang="de-DE" dirty="0">
                <a:solidFill>
                  <a:schemeClr val="tx1"/>
                </a:solidFill>
              </a:rPr>
              <a:t>, </a:t>
            </a:r>
            <a:r>
              <a:rPr lang="de-DE" dirty="0" err="1">
                <a:solidFill>
                  <a:schemeClr val="tx1"/>
                </a:solidFill>
              </a:rPr>
              <a:t>Process</a:t>
            </a:r>
            <a:r>
              <a:rPr lang="de-DE" dirty="0">
                <a:solidFill>
                  <a:schemeClr val="tx1"/>
                </a:solidFill>
              </a:rPr>
              <a:t> Model e. g. </a:t>
            </a:r>
            <a:r>
              <a:rPr lang="de-DE" dirty="0" err="1">
                <a:solidFill>
                  <a:schemeClr val="tx1"/>
                </a:solidFill>
              </a:rPr>
              <a:t>Waterfall</a:t>
            </a:r>
            <a:r>
              <a:rPr lang="de-DE" dirty="0">
                <a:solidFill>
                  <a:schemeClr val="tx1"/>
                </a:solidFill>
              </a:rPr>
              <a:t>, Spiral Model </a:t>
            </a:r>
            <a:r>
              <a:rPr lang="de-DE" dirty="0" err="1">
                <a:solidFill>
                  <a:schemeClr val="tx1"/>
                </a:solidFill>
              </a:rPr>
              <a:t>or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sz="2000" b="1" dirty="0">
                <a:solidFill>
                  <a:srgbClr val="244ABC"/>
                </a:solidFill>
              </a:rPr>
              <a:t>“The </a:t>
            </a:r>
            <a:r>
              <a:rPr lang="de-DE" sz="2000" b="1" dirty="0" err="1">
                <a:solidFill>
                  <a:srgbClr val="244ABC"/>
                </a:solidFill>
              </a:rPr>
              <a:t>Xtreme</a:t>
            </a:r>
            <a:r>
              <a:rPr lang="de-DE" sz="2000" b="1" dirty="0">
                <a:solidFill>
                  <a:srgbClr val="244ABC"/>
                </a:solidFill>
              </a:rPr>
              <a:t> </a:t>
            </a:r>
            <a:r>
              <a:rPr lang="de-DE" sz="2000" b="1" dirty="0" err="1">
                <a:solidFill>
                  <a:srgbClr val="244ABC"/>
                </a:solidFill>
              </a:rPr>
              <a:t>Programming</a:t>
            </a:r>
            <a:r>
              <a:rPr lang="de-DE" sz="2000" b="1" dirty="0">
                <a:solidFill>
                  <a:srgbClr val="244ABC"/>
                </a:solidFill>
              </a:rPr>
              <a:t> </a:t>
            </a:r>
            <a:r>
              <a:rPr lang="de-DE" sz="2000" b="1" dirty="0" err="1">
                <a:solidFill>
                  <a:srgbClr val="244ABC"/>
                </a:solidFill>
              </a:rPr>
              <a:t>Scrum</a:t>
            </a:r>
            <a:r>
              <a:rPr lang="de-DE" sz="2000" b="1" dirty="0">
                <a:solidFill>
                  <a:srgbClr val="244ABC"/>
                </a:solidFill>
              </a:rPr>
              <a:t> Combi“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1990F3C-49C2-074C-93A9-FFD598DDF89B}"/>
              </a:ext>
            </a:extLst>
          </p:cNvPr>
          <p:cNvSpPr/>
          <p:nvPr/>
        </p:nvSpPr>
        <p:spPr>
          <a:xfrm>
            <a:off x="533682" y="307071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 err="1">
                <a:solidFill>
                  <a:schemeClr val="bg1"/>
                </a:solidFill>
              </a:rPr>
              <a:t>Planning</a:t>
            </a:r>
            <a:r>
              <a:rPr lang="de-DE" dirty="0">
                <a:solidFill>
                  <a:schemeClr val="bg1"/>
                </a:solidFill>
              </a:rPr>
              <a:t> Game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1284164-983F-BB4F-AE88-2889A29CFD65}"/>
              </a:ext>
            </a:extLst>
          </p:cNvPr>
          <p:cNvSpPr/>
          <p:nvPr/>
        </p:nvSpPr>
        <p:spPr>
          <a:xfrm>
            <a:off x="2576022" y="307071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 </a:t>
            </a:r>
          </a:p>
          <a:p>
            <a:pPr algn="ctr"/>
            <a:r>
              <a:rPr lang="de-DE" dirty="0" err="1">
                <a:solidFill>
                  <a:schemeClr val="bg1"/>
                </a:solidFill>
              </a:rPr>
              <a:t>Scrum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47A0E1C-7D45-9A4D-9C6B-B99988BA2BDE}"/>
              </a:ext>
            </a:extLst>
          </p:cNvPr>
          <p:cNvSpPr/>
          <p:nvPr/>
        </p:nvSpPr>
        <p:spPr>
          <a:xfrm>
            <a:off x="4618361" y="307071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Customer on-site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C6AEDDB-484B-5A45-B5D3-EDD6634DAAC6}"/>
              </a:ext>
            </a:extLst>
          </p:cNvPr>
          <p:cNvSpPr/>
          <p:nvPr/>
        </p:nvSpPr>
        <p:spPr>
          <a:xfrm>
            <a:off x="6660701" y="3070713"/>
            <a:ext cx="1868186" cy="780836"/>
          </a:xfrm>
          <a:prstGeom prst="rect">
            <a:avLst/>
          </a:prstGeom>
          <a:solidFill>
            <a:srgbClr val="F0F0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Technique</a:t>
            </a:r>
            <a:r>
              <a:rPr lang="de-DE" dirty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de-DE" dirty="0" err="1">
                <a:solidFill>
                  <a:schemeClr val="tx1"/>
                </a:solidFill>
              </a:rPr>
              <a:t>Coding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standards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5E8F5A3-B89C-6745-BDF1-47A954D61261}"/>
              </a:ext>
            </a:extLst>
          </p:cNvPr>
          <p:cNvSpPr/>
          <p:nvPr/>
        </p:nvSpPr>
        <p:spPr>
          <a:xfrm>
            <a:off x="596756" y="4510355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You</a:t>
            </a:r>
            <a:r>
              <a:rPr lang="de-DE" dirty="0">
                <a:solidFill>
                  <a:schemeClr val="bg1"/>
                </a:solidFill>
              </a:rPr>
              <a:t>-track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CA98207-A5B4-E141-AEDD-254F7665B112}"/>
              </a:ext>
            </a:extLst>
          </p:cNvPr>
          <p:cNvSpPr/>
          <p:nvPr/>
        </p:nvSpPr>
        <p:spPr>
          <a:xfrm>
            <a:off x="1611612" y="4510355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Jira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E52BB68-5645-0D4B-BE76-6F9D0453FD3F}"/>
              </a:ext>
            </a:extLst>
          </p:cNvPr>
          <p:cNvSpPr/>
          <p:nvPr/>
        </p:nvSpPr>
        <p:spPr>
          <a:xfrm>
            <a:off x="2626468" y="4510355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Wrike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DCFA1E2-E826-B547-BC69-82BD17203770}"/>
              </a:ext>
            </a:extLst>
          </p:cNvPr>
          <p:cNvSpPr/>
          <p:nvPr/>
        </p:nvSpPr>
        <p:spPr>
          <a:xfrm>
            <a:off x="3641324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Slack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2725E09-5A4E-934A-9FBF-056DAD2BE242}"/>
              </a:ext>
            </a:extLst>
          </p:cNvPr>
          <p:cNvSpPr/>
          <p:nvPr/>
        </p:nvSpPr>
        <p:spPr>
          <a:xfrm>
            <a:off x="4656180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Order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8947F28-FFE5-0044-87D5-61E3D69FD191}"/>
              </a:ext>
            </a:extLst>
          </p:cNvPr>
          <p:cNvSpPr/>
          <p:nvPr/>
        </p:nvSpPr>
        <p:spPr>
          <a:xfrm>
            <a:off x="5671036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Office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CC0439C-D0DC-B345-8334-7CE0203CD27B}"/>
              </a:ext>
            </a:extLst>
          </p:cNvPr>
          <p:cNvSpPr/>
          <p:nvPr/>
        </p:nvSpPr>
        <p:spPr>
          <a:xfrm>
            <a:off x="6685892" y="4507833"/>
            <a:ext cx="790255" cy="780836"/>
          </a:xfrm>
          <a:prstGeom prst="rect">
            <a:avLst/>
          </a:prstGeom>
          <a:solidFill>
            <a:srgbClr val="F0F0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IntelliJ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BB24282-0C83-2044-8DC9-A776E8244428}"/>
              </a:ext>
            </a:extLst>
          </p:cNvPr>
          <p:cNvSpPr/>
          <p:nvPr/>
        </p:nvSpPr>
        <p:spPr>
          <a:xfrm>
            <a:off x="7700748" y="4507833"/>
            <a:ext cx="790255" cy="780836"/>
          </a:xfrm>
          <a:prstGeom prst="rect">
            <a:avLst/>
          </a:prstGeom>
          <a:solidFill>
            <a:srgbClr val="F0F0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Sonar </a:t>
            </a:r>
            <a:r>
              <a:rPr lang="de-DE" dirty="0" err="1">
                <a:solidFill>
                  <a:schemeClr val="tx1"/>
                </a:solidFill>
              </a:rPr>
              <a:t>Lint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11361934-AA51-3440-9B22-CE9ACB8F6457}"/>
              </a:ext>
            </a:extLst>
          </p:cNvPr>
          <p:cNvCxnSpPr>
            <a:cxnSpLocks/>
            <a:stCxn id="6" idx="2"/>
            <a:endCxn id="21" idx="0"/>
          </p:cNvCxnSpPr>
          <p:nvPr/>
        </p:nvCxnSpPr>
        <p:spPr>
          <a:xfrm flipH="1">
            <a:off x="991884" y="3851549"/>
            <a:ext cx="475891" cy="658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DAA23874-34AE-D141-A48E-1AD4316045BE}"/>
              </a:ext>
            </a:extLst>
          </p:cNvPr>
          <p:cNvCxnSpPr>
            <a:cxnSpLocks/>
            <a:stCxn id="6" idx="2"/>
            <a:endCxn id="22" idx="0"/>
          </p:cNvCxnSpPr>
          <p:nvPr/>
        </p:nvCxnSpPr>
        <p:spPr>
          <a:xfrm>
            <a:off x="1467775" y="3851549"/>
            <a:ext cx="538965" cy="658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621488A8-69D2-FB43-96A4-CEAA56C5C9AA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 flipH="1">
            <a:off x="3021596" y="3851549"/>
            <a:ext cx="488519" cy="658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7">
            <a:extLst>
              <a:ext uri="{FF2B5EF4-FFF2-40B4-BE49-F238E27FC236}">
                <a16:creationId xmlns:a16="http://schemas.microsoft.com/office/drawing/2014/main" id="{8F223347-C01A-B142-B32D-C54A8DEE96D1}"/>
              </a:ext>
            </a:extLst>
          </p:cNvPr>
          <p:cNvCxnSpPr>
            <a:cxnSpLocks/>
            <a:stCxn id="7" idx="2"/>
            <a:endCxn id="24" idx="0"/>
          </p:cNvCxnSpPr>
          <p:nvPr/>
        </p:nvCxnSpPr>
        <p:spPr>
          <a:xfrm>
            <a:off x="3510115" y="3851549"/>
            <a:ext cx="526337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40">
            <a:extLst>
              <a:ext uri="{FF2B5EF4-FFF2-40B4-BE49-F238E27FC236}">
                <a16:creationId xmlns:a16="http://schemas.microsoft.com/office/drawing/2014/main" id="{872A4B52-B1E9-024B-82AB-101E6C80E0C4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 flipH="1">
            <a:off x="5051308" y="3851549"/>
            <a:ext cx="501146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C8A15EF9-6571-1944-AF02-03B33E8E3051}"/>
              </a:ext>
            </a:extLst>
          </p:cNvPr>
          <p:cNvCxnSpPr>
            <a:cxnSpLocks/>
            <a:stCxn id="8" idx="2"/>
            <a:endCxn id="26" idx="0"/>
          </p:cNvCxnSpPr>
          <p:nvPr/>
        </p:nvCxnSpPr>
        <p:spPr>
          <a:xfrm>
            <a:off x="5552454" y="3851549"/>
            <a:ext cx="513710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46">
            <a:extLst>
              <a:ext uri="{FF2B5EF4-FFF2-40B4-BE49-F238E27FC236}">
                <a16:creationId xmlns:a16="http://schemas.microsoft.com/office/drawing/2014/main" id="{D35D40ED-17B2-2F48-8366-B1AC04D4764E}"/>
              </a:ext>
            </a:extLst>
          </p:cNvPr>
          <p:cNvCxnSpPr>
            <a:cxnSpLocks/>
            <a:stCxn id="9" idx="2"/>
            <a:endCxn id="27" idx="0"/>
          </p:cNvCxnSpPr>
          <p:nvPr/>
        </p:nvCxnSpPr>
        <p:spPr>
          <a:xfrm flipH="1">
            <a:off x="7081020" y="3851549"/>
            <a:ext cx="513774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47">
            <a:extLst>
              <a:ext uri="{FF2B5EF4-FFF2-40B4-BE49-F238E27FC236}">
                <a16:creationId xmlns:a16="http://schemas.microsoft.com/office/drawing/2014/main" id="{A98654B2-943D-EA42-B3C4-018F2B79E1EA}"/>
              </a:ext>
            </a:extLst>
          </p:cNvPr>
          <p:cNvCxnSpPr>
            <a:cxnSpLocks/>
            <a:stCxn id="9" idx="2"/>
            <a:endCxn id="28" idx="0"/>
          </p:cNvCxnSpPr>
          <p:nvPr/>
        </p:nvCxnSpPr>
        <p:spPr>
          <a:xfrm>
            <a:off x="7594794" y="3851549"/>
            <a:ext cx="501082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D7BAE51A-86A9-C143-96A8-ADA232A2AEA6}"/>
              </a:ext>
            </a:extLst>
          </p:cNvPr>
          <p:cNvSpPr txBox="1"/>
          <p:nvPr/>
        </p:nvSpPr>
        <p:spPr>
          <a:xfrm>
            <a:off x="2091887" y="5503771"/>
            <a:ext cx="4960226" cy="714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de-DE" dirty="0"/>
              <a:t>A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bundle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coordinated</a:t>
            </a:r>
            <a:r>
              <a:rPr lang="de-DE" dirty="0"/>
              <a:t> </a:t>
            </a:r>
            <a:r>
              <a:rPr lang="de-DE" dirty="0" err="1"/>
              <a:t>techniques</a:t>
            </a:r>
            <a:r>
              <a:rPr lang="de-DE" dirty="0"/>
              <a:t>.</a:t>
            </a:r>
          </a:p>
          <a:p>
            <a:pPr algn="ctr">
              <a:lnSpc>
                <a:spcPts val="2500"/>
              </a:lnSpc>
            </a:pPr>
            <a:r>
              <a:rPr lang="de-DE" dirty="0" err="1"/>
              <a:t>Techniques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performed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tools</a:t>
            </a:r>
            <a:r>
              <a:rPr lang="de-DE" dirty="0"/>
              <a:t>.</a:t>
            </a:r>
          </a:p>
        </p:txBody>
      </p:sp>
      <p:cxnSp>
        <p:nvCxnSpPr>
          <p:cNvPr id="94" name="Gewinkelte Verbindung 93">
            <a:extLst>
              <a:ext uri="{FF2B5EF4-FFF2-40B4-BE49-F238E27FC236}">
                <a16:creationId xmlns:a16="http://schemas.microsoft.com/office/drawing/2014/main" id="{47F6DCFE-04E3-0F42-AF31-7D842C4228B0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5400000">
            <a:off x="2621292" y="1120004"/>
            <a:ext cx="797193" cy="3104225"/>
          </a:xfrm>
          <a:prstGeom prst="bentConnector3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winkelte Verbindung 94">
            <a:extLst>
              <a:ext uri="{FF2B5EF4-FFF2-40B4-BE49-F238E27FC236}">
                <a16:creationId xmlns:a16="http://schemas.microsoft.com/office/drawing/2014/main" id="{CC699939-7ED4-BA4A-9D33-34D4B8AD6E3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3642462" y="2141174"/>
            <a:ext cx="797193" cy="106188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winkelte Verbindung 97">
            <a:extLst>
              <a:ext uri="{FF2B5EF4-FFF2-40B4-BE49-F238E27FC236}">
                <a16:creationId xmlns:a16="http://schemas.microsoft.com/office/drawing/2014/main" id="{963EA6B2-9A92-7945-8285-AA3F147FF848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4663631" y="2181889"/>
            <a:ext cx="797193" cy="98045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winkelte Verbindung 100">
            <a:extLst>
              <a:ext uri="{FF2B5EF4-FFF2-40B4-BE49-F238E27FC236}">
                <a16:creationId xmlns:a16="http://schemas.microsoft.com/office/drawing/2014/main" id="{AEE386B0-07D1-2F48-8050-FC7E848B179F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16200000" flipH="1">
            <a:off x="5684801" y="1160719"/>
            <a:ext cx="797193" cy="302279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3CFA8E89-6DA6-B34A-8A6E-D2BF9DCBF317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Xtreme</a:t>
            </a:r>
            <a:r>
              <a:rPr lang="de-DE" sz="2200" dirty="0"/>
              <a:t> </a:t>
            </a:r>
            <a:r>
              <a:rPr lang="de-DE" sz="2200" dirty="0" err="1"/>
              <a:t>Programming</a:t>
            </a:r>
            <a:r>
              <a:rPr lang="de-DE" sz="2200" dirty="0"/>
              <a:t> (XP)</a:t>
            </a:r>
          </a:p>
        </p:txBody>
      </p:sp>
    </p:spTree>
    <p:extLst>
      <p:ext uri="{BB962C8B-B14F-4D97-AF65-F5344CB8AC3E}">
        <p14:creationId xmlns:p14="http://schemas.microsoft.com/office/powerpoint/2010/main" val="3185005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13</a:t>
            </a:fld>
            <a:endParaRPr lang="de-DE" sz="1400"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B19DFBB8-13A5-2D45-88C1-36CF20529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60" y="1181740"/>
            <a:ext cx="7911728" cy="531958"/>
          </a:xfrm>
          <a:prstGeom prst="rect">
            <a:avLst/>
          </a:prstGeom>
          <a:solidFill>
            <a:srgbClr val="F0F01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60000"/>
              </a:prstClr>
            </a:outerShdw>
          </a:effectLst>
        </p:spPr>
        <p:txBody>
          <a:bodyPr wrap="square" lIns="79507" tIns="108000" rIns="79507" bIns="111600">
            <a:spAutoFit/>
          </a:bodyPr>
          <a:lstStyle/>
          <a:p>
            <a:pPr algn="ctr" defTabSz="795338" eaLnBrk="0" hangingPunct="0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de-DE" b="1" dirty="0" err="1"/>
              <a:t>Shared</a:t>
            </a:r>
            <a:r>
              <a:rPr lang="de-DE" b="1" dirty="0"/>
              <a:t> </a:t>
            </a:r>
            <a:r>
              <a:rPr lang="de-DE" b="1" dirty="0" err="1"/>
              <a:t>code</a:t>
            </a:r>
            <a:r>
              <a:rPr lang="de-DE" b="1" dirty="0"/>
              <a:t> </a:t>
            </a:r>
            <a:r>
              <a:rPr lang="de-DE" b="1" dirty="0" err="1"/>
              <a:t>responsibility</a:t>
            </a:r>
            <a:r>
              <a:rPr lang="de-DE" b="1" dirty="0"/>
              <a:t> </a:t>
            </a:r>
            <a:r>
              <a:rPr lang="de-DE" b="1" dirty="0" err="1"/>
              <a:t>and</a:t>
            </a:r>
            <a:r>
              <a:rPr lang="de-DE" b="1" dirty="0"/>
              <a:t> </a:t>
            </a:r>
            <a:r>
              <a:rPr lang="de-DE" b="1" dirty="0" err="1"/>
              <a:t>coding</a:t>
            </a:r>
            <a:r>
              <a:rPr lang="de-DE" b="1" dirty="0"/>
              <a:t> </a:t>
            </a:r>
            <a:r>
              <a:rPr lang="de-DE" b="1" dirty="0" err="1"/>
              <a:t>standards</a:t>
            </a:r>
            <a:endParaRPr lang="de-DE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70B1B97-19B6-F546-9827-418311743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960" y="3717032"/>
            <a:ext cx="7920038" cy="1656184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84175" indent="-384175" defTabSz="1089025">
              <a:lnSpc>
                <a:spcPct val="90000"/>
              </a:lnSpc>
              <a:spcBef>
                <a:spcPct val="30000"/>
              </a:spcBef>
              <a:buFont typeface="Wingdings 3" pitchFamily="18" charset="2"/>
              <a:buNone/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700" b="1" dirty="0" err="1"/>
              <a:t>Coding</a:t>
            </a:r>
            <a:r>
              <a:rPr lang="de-DE" sz="1700" b="1" dirty="0"/>
              <a:t> </a:t>
            </a:r>
            <a:r>
              <a:rPr lang="de-DE" sz="1700" b="1" dirty="0" err="1"/>
              <a:t>standards</a:t>
            </a:r>
            <a:r>
              <a:rPr lang="de-DE" sz="1700" b="1" dirty="0"/>
              <a:t> </a:t>
            </a:r>
            <a:r>
              <a:rPr lang="de-DE" sz="1700" b="1" dirty="0" err="1"/>
              <a:t>create</a:t>
            </a:r>
            <a:r>
              <a:rPr lang="de-DE" sz="1700" b="1" dirty="0"/>
              <a:t> a </a:t>
            </a:r>
            <a:r>
              <a:rPr lang="de-DE" sz="1700" b="1" dirty="0" err="1"/>
              <a:t>common</a:t>
            </a:r>
            <a:r>
              <a:rPr lang="de-DE" sz="1700" b="1" dirty="0"/>
              <a:t> </a:t>
            </a:r>
            <a:r>
              <a:rPr lang="de-DE" sz="1700" b="1" dirty="0" err="1"/>
              <a:t>understanding</a:t>
            </a:r>
            <a:endParaRPr lang="de-DE" sz="1700" b="1" dirty="0"/>
          </a:p>
          <a:p>
            <a:pPr marL="714375" lvl="1" indent="-357188" defTabSz="1089025">
              <a:lnSpc>
                <a:spcPct val="90000"/>
              </a:lnSpc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700" dirty="0" err="1"/>
              <a:t>Precondition</a:t>
            </a:r>
            <a:r>
              <a:rPr lang="de-DE" sz="1700" dirty="0"/>
              <a:t> </a:t>
            </a:r>
            <a:r>
              <a:rPr lang="de-DE" sz="1700" dirty="0" err="1"/>
              <a:t>for</a:t>
            </a:r>
            <a:r>
              <a:rPr lang="de-DE" sz="1700" dirty="0"/>
              <a:t> </a:t>
            </a:r>
            <a:r>
              <a:rPr lang="de-DE" sz="1700" dirty="0" err="1"/>
              <a:t>shared</a:t>
            </a:r>
            <a:r>
              <a:rPr lang="de-DE" sz="1700" dirty="0"/>
              <a:t> </a:t>
            </a:r>
            <a:r>
              <a:rPr lang="de-DE" sz="1700" dirty="0" err="1"/>
              <a:t>code</a:t>
            </a:r>
            <a:r>
              <a:rPr lang="de-DE" sz="1700" dirty="0"/>
              <a:t> </a:t>
            </a:r>
            <a:r>
              <a:rPr lang="de-DE" sz="1700" dirty="0" err="1"/>
              <a:t>responsibility</a:t>
            </a:r>
            <a:endParaRPr lang="de-DE" sz="1700" dirty="0"/>
          </a:p>
          <a:p>
            <a:pPr marL="714375" lvl="1" indent="-357188" defTabSz="1089025">
              <a:lnSpc>
                <a:spcPct val="90000"/>
              </a:lnSpc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700" dirty="0" err="1"/>
              <a:t>Readability</a:t>
            </a:r>
            <a:r>
              <a:rPr lang="de-DE" sz="1700" dirty="0"/>
              <a:t>, "</a:t>
            </a:r>
            <a:r>
              <a:rPr lang="de-DE" sz="1700" dirty="0" err="1"/>
              <a:t>speaking</a:t>
            </a:r>
            <a:r>
              <a:rPr lang="de-DE" sz="1700" dirty="0"/>
              <a:t>" </a:t>
            </a:r>
            <a:r>
              <a:rPr lang="de-DE" sz="1700" dirty="0" err="1"/>
              <a:t>source</a:t>
            </a:r>
            <a:r>
              <a:rPr lang="de-DE" sz="1700" dirty="0"/>
              <a:t> </a:t>
            </a:r>
            <a:r>
              <a:rPr lang="de-DE" sz="1700" dirty="0" err="1"/>
              <a:t>code</a:t>
            </a:r>
            <a:endParaRPr lang="de-DE" sz="1700" dirty="0"/>
          </a:p>
          <a:p>
            <a:pPr marL="714375" lvl="1" indent="-357188" defTabSz="1089025">
              <a:lnSpc>
                <a:spcPct val="90000"/>
              </a:lnSpc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700" dirty="0" err="1"/>
              <a:t>Structural</a:t>
            </a:r>
            <a:r>
              <a:rPr lang="de-DE" sz="1700" dirty="0"/>
              <a:t> </a:t>
            </a:r>
            <a:r>
              <a:rPr lang="de-DE" sz="1700" dirty="0" err="1"/>
              <a:t>standards</a:t>
            </a:r>
            <a:r>
              <a:rPr lang="de-DE" sz="1700" dirty="0"/>
              <a:t> such </a:t>
            </a:r>
            <a:r>
              <a:rPr lang="de-DE" sz="1700" dirty="0" err="1"/>
              <a:t>as</a:t>
            </a:r>
            <a:r>
              <a:rPr lang="de-DE" sz="1700" dirty="0"/>
              <a:t> </a:t>
            </a:r>
            <a:r>
              <a:rPr lang="de-DE" sz="1700" dirty="0" err="1"/>
              <a:t>parentheses</a:t>
            </a:r>
            <a:r>
              <a:rPr lang="de-DE" sz="1700" dirty="0"/>
              <a:t>, </a:t>
            </a:r>
            <a:r>
              <a:rPr lang="de-DE" sz="1700" dirty="0" err="1"/>
              <a:t>indentations</a:t>
            </a:r>
            <a:r>
              <a:rPr lang="de-DE" sz="1700" dirty="0"/>
              <a:t>, </a:t>
            </a:r>
            <a:r>
              <a:rPr lang="de-DE" sz="1700" dirty="0" err="1"/>
              <a:t>naming</a:t>
            </a:r>
            <a:r>
              <a:rPr lang="de-DE" sz="1700" dirty="0"/>
              <a:t> </a:t>
            </a:r>
            <a:r>
              <a:rPr lang="de-DE" sz="1700" dirty="0" err="1"/>
              <a:t>conventions</a:t>
            </a:r>
            <a:r>
              <a:rPr lang="de-DE" sz="1700" dirty="0"/>
              <a:t>, </a:t>
            </a:r>
            <a:r>
              <a:rPr lang="de-DE" sz="1700" dirty="0" err="1"/>
              <a:t>upper</a:t>
            </a:r>
            <a:r>
              <a:rPr lang="de-DE" sz="1700" dirty="0"/>
              <a:t>/</a:t>
            </a:r>
            <a:r>
              <a:rPr lang="de-DE" sz="1700" dirty="0" err="1"/>
              <a:t>lower</a:t>
            </a:r>
            <a:r>
              <a:rPr lang="de-DE" sz="1700" dirty="0"/>
              <a:t> </a:t>
            </a:r>
            <a:r>
              <a:rPr lang="de-DE" sz="1700" dirty="0" err="1"/>
              <a:t>case</a:t>
            </a:r>
            <a:r>
              <a:rPr lang="de-DE" sz="1700" dirty="0"/>
              <a:t>, etc.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0B8E1C9-9475-7B4D-9ADA-2BB20AEB5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070160"/>
            <a:ext cx="7920038" cy="143084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84175" indent="-384175" defTabSz="1089025">
              <a:lnSpc>
                <a:spcPct val="90000"/>
              </a:lnSpc>
              <a:spcBef>
                <a:spcPct val="30000"/>
              </a:spcBef>
              <a:buFont typeface="Wingdings 3" pitchFamily="18" charset="2"/>
              <a:buNone/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700" b="1" dirty="0" err="1"/>
              <a:t>Shared</a:t>
            </a:r>
            <a:r>
              <a:rPr lang="de-DE" sz="1700" b="1" dirty="0"/>
              <a:t> </a:t>
            </a:r>
            <a:r>
              <a:rPr lang="de-DE" sz="1700" b="1" dirty="0" err="1"/>
              <a:t>code</a:t>
            </a:r>
            <a:r>
              <a:rPr lang="de-DE" sz="1700" b="1" dirty="0"/>
              <a:t> </a:t>
            </a:r>
            <a:r>
              <a:rPr lang="de-DE" sz="1700" b="1" dirty="0" err="1"/>
              <a:t>responsibility</a:t>
            </a:r>
            <a:r>
              <a:rPr lang="de-DE" sz="1700" b="1" dirty="0"/>
              <a:t> in </a:t>
            </a:r>
            <a:r>
              <a:rPr lang="de-DE" sz="1700" b="1" dirty="0" err="1"/>
              <a:t>the</a:t>
            </a:r>
            <a:r>
              <a:rPr lang="de-DE" sz="1700" b="1" dirty="0"/>
              <a:t> pair</a:t>
            </a:r>
          </a:p>
          <a:p>
            <a:pPr marL="714375" lvl="1" indent="-341313" defTabSz="1089025"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700" dirty="0" err="1"/>
              <a:t>Everyone</a:t>
            </a:r>
            <a:r>
              <a:rPr lang="de-DE" sz="1700" dirty="0"/>
              <a:t> </a:t>
            </a:r>
            <a:r>
              <a:rPr lang="de-DE" sz="1700" dirty="0" err="1"/>
              <a:t>may</a:t>
            </a:r>
            <a:r>
              <a:rPr lang="de-DE" sz="1700" dirty="0"/>
              <a:t> </a:t>
            </a:r>
            <a:r>
              <a:rPr lang="de-DE" sz="1700" dirty="0" err="1"/>
              <a:t>edit</a:t>
            </a:r>
            <a:r>
              <a:rPr lang="de-DE" sz="1700" dirty="0"/>
              <a:t> </a:t>
            </a:r>
            <a:r>
              <a:rPr lang="de-DE" sz="1700" dirty="0" err="1"/>
              <a:t>each</a:t>
            </a:r>
            <a:r>
              <a:rPr lang="de-DE" sz="1700" dirty="0"/>
              <a:t> </a:t>
            </a:r>
            <a:r>
              <a:rPr lang="de-DE" sz="1700" dirty="0" err="1"/>
              <a:t>other's</a:t>
            </a:r>
            <a:r>
              <a:rPr lang="de-DE" sz="1700" dirty="0"/>
              <a:t> </a:t>
            </a:r>
            <a:r>
              <a:rPr lang="de-DE" sz="1700" dirty="0" err="1"/>
              <a:t>source</a:t>
            </a:r>
            <a:r>
              <a:rPr lang="de-DE" sz="1700" dirty="0"/>
              <a:t> </a:t>
            </a:r>
            <a:r>
              <a:rPr lang="de-DE" sz="1700" dirty="0" err="1"/>
              <a:t>code</a:t>
            </a:r>
            <a:endParaRPr lang="de-DE" sz="1700" dirty="0"/>
          </a:p>
          <a:p>
            <a:pPr marL="714375" lvl="1" indent="-341313" defTabSz="1089025"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700" dirty="0"/>
              <a:t>Division </a:t>
            </a:r>
            <a:r>
              <a:rPr lang="de-DE" sz="1700" dirty="0" err="1"/>
              <a:t>of</a:t>
            </a:r>
            <a:r>
              <a:rPr lang="de-DE" sz="1700" dirty="0"/>
              <a:t> </a:t>
            </a:r>
            <a:r>
              <a:rPr lang="de-DE" sz="1700" dirty="0" err="1"/>
              <a:t>labor</a:t>
            </a:r>
            <a:r>
              <a:rPr lang="de-DE" sz="1700" dirty="0"/>
              <a:t> in Story Cards</a:t>
            </a:r>
          </a:p>
          <a:p>
            <a:pPr marL="714375" lvl="1" indent="-341313" defTabSz="1089025">
              <a:spcBef>
                <a:spcPct val="30000"/>
              </a:spcBef>
              <a:tabLst>
                <a:tab pos="1808163" algn="l"/>
                <a:tab pos="3048000" algn="l"/>
                <a:tab pos="4384675" algn="l"/>
                <a:tab pos="6192838" algn="l"/>
              </a:tabLst>
            </a:pPr>
            <a:r>
              <a:rPr lang="de-DE" sz="1700" dirty="0"/>
              <a:t>Can </a:t>
            </a:r>
            <a:r>
              <a:rPr lang="de-DE" sz="1700" dirty="0" err="1"/>
              <a:t>compensate</a:t>
            </a:r>
            <a:r>
              <a:rPr lang="de-DE" sz="1700" dirty="0"/>
              <a:t> </a:t>
            </a:r>
            <a:r>
              <a:rPr lang="de-DE" sz="1700" dirty="0" err="1"/>
              <a:t>for</a:t>
            </a:r>
            <a:r>
              <a:rPr lang="de-DE" sz="1700" dirty="0"/>
              <a:t> </a:t>
            </a:r>
            <a:r>
              <a:rPr lang="de-DE" sz="1700" dirty="0" err="1"/>
              <a:t>temporary</a:t>
            </a:r>
            <a:r>
              <a:rPr lang="de-DE" sz="1700" dirty="0"/>
              <a:t> </a:t>
            </a:r>
            <a:r>
              <a:rPr lang="de-DE" sz="1700" dirty="0" err="1"/>
              <a:t>staff</a:t>
            </a:r>
            <a:r>
              <a:rPr lang="de-DE" sz="1700" dirty="0"/>
              <a:t> </a:t>
            </a:r>
            <a:r>
              <a:rPr lang="de-DE" sz="1700" dirty="0" err="1"/>
              <a:t>shortages</a:t>
            </a:r>
            <a:endParaRPr lang="de-DE" sz="17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0D20249-4A49-114C-A601-6C92BDD124ED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Xtreme</a:t>
            </a:r>
            <a:r>
              <a:rPr lang="de-DE" sz="2200" dirty="0"/>
              <a:t> </a:t>
            </a:r>
            <a:r>
              <a:rPr lang="de-DE" sz="2200" dirty="0" err="1"/>
              <a:t>Programming</a:t>
            </a:r>
            <a:r>
              <a:rPr lang="de-DE" sz="2200" dirty="0"/>
              <a:t> (XP)</a:t>
            </a:r>
          </a:p>
        </p:txBody>
      </p:sp>
    </p:spTree>
    <p:extLst>
      <p:ext uri="{BB962C8B-B14F-4D97-AF65-F5344CB8AC3E}">
        <p14:creationId xmlns:p14="http://schemas.microsoft.com/office/powerpoint/2010/main" val="162544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14</a:t>
            </a:fld>
            <a:endParaRPr lang="de-DE" sz="14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98ACC56-FD1E-1F4D-BB71-A16AB21C7899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Xtreme</a:t>
            </a:r>
            <a:r>
              <a:rPr lang="de-DE" sz="2200" dirty="0"/>
              <a:t> </a:t>
            </a:r>
            <a:r>
              <a:rPr lang="de-DE" sz="2200" dirty="0" err="1"/>
              <a:t>Programming</a:t>
            </a:r>
            <a:r>
              <a:rPr lang="de-DE" sz="2200" dirty="0"/>
              <a:t> (XP)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427431E-3E59-1C4C-BED7-4FEEDD778481}"/>
              </a:ext>
            </a:extLst>
          </p:cNvPr>
          <p:cNvSpPr/>
          <p:nvPr/>
        </p:nvSpPr>
        <p:spPr>
          <a:xfrm>
            <a:off x="1746607" y="1336682"/>
            <a:ext cx="5650786" cy="936838"/>
          </a:xfrm>
          <a:prstGeom prst="rect">
            <a:avLst/>
          </a:prstGeom>
          <a:solidFill>
            <a:srgbClr val="F0F0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de-DE" dirty="0" err="1">
                <a:solidFill>
                  <a:schemeClr val="tx1"/>
                </a:solidFill>
              </a:rPr>
              <a:t>Method</a:t>
            </a:r>
            <a:r>
              <a:rPr lang="de-DE" dirty="0">
                <a:solidFill>
                  <a:schemeClr val="tx1"/>
                </a:solidFill>
              </a:rPr>
              <a:t>, </a:t>
            </a:r>
            <a:r>
              <a:rPr lang="de-DE" dirty="0" err="1">
                <a:solidFill>
                  <a:schemeClr val="tx1"/>
                </a:solidFill>
              </a:rPr>
              <a:t>Process</a:t>
            </a:r>
            <a:r>
              <a:rPr lang="de-DE" dirty="0">
                <a:solidFill>
                  <a:schemeClr val="tx1"/>
                </a:solidFill>
              </a:rPr>
              <a:t> Model e. g. </a:t>
            </a:r>
            <a:r>
              <a:rPr lang="de-DE" dirty="0" err="1">
                <a:solidFill>
                  <a:schemeClr val="tx1"/>
                </a:solidFill>
              </a:rPr>
              <a:t>Waterfall</a:t>
            </a:r>
            <a:r>
              <a:rPr lang="de-DE" dirty="0">
                <a:solidFill>
                  <a:schemeClr val="tx1"/>
                </a:solidFill>
              </a:rPr>
              <a:t>, Spiral Model </a:t>
            </a:r>
            <a:r>
              <a:rPr lang="de-DE" dirty="0" err="1">
                <a:solidFill>
                  <a:schemeClr val="tx1"/>
                </a:solidFill>
              </a:rPr>
              <a:t>or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sz="2000" b="1" dirty="0">
                <a:solidFill>
                  <a:srgbClr val="244ABC"/>
                </a:solidFill>
              </a:rPr>
              <a:t>“The </a:t>
            </a:r>
            <a:r>
              <a:rPr lang="de-DE" sz="2000" b="1" dirty="0" err="1">
                <a:solidFill>
                  <a:srgbClr val="244ABC"/>
                </a:solidFill>
              </a:rPr>
              <a:t>Xtreme</a:t>
            </a:r>
            <a:r>
              <a:rPr lang="de-DE" sz="2000" b="1" dirty="0">
                <a:solidFill>
                  <a:srgbClr val="244ABC"/>
                </a:solidFill>
              </a:rPr>
              <a:t> </a:t>
            </a:r>
            <a:r>
              <a:rPr lang="de-DE" sz="2000" b="1" dirty="0" err="1">
                <a:solidFill>
                  <a:srgbClr val="244ABC"/>
                </a:solidFill>
              </a:rPr>
              <a:t>Programming</a:t>
            </a:r>
            <a:r>
              <a:rPr lang="de-DE" sz="2000" b="1" dirty="0">
                <a:solidFill>
                  <a:srgbClr val="244ABC"/>
                </a:solidFill>
              </a:rPr>
              <a:t> </a:t>
            </a:r>
            <a:r>
              <a:rPr lang="de-DE" sz="2000" b="1" dirty="0" err="1">
                <a:solidFill>
                  <a:srgbClr val="244ABC"/>
                </a:solidFill>
              </a:rPr>
              <a:t>Scrum</a:t>
            </a:r>
            <a:r>
              <a:rPr lang="de-DE" sz="2000" b="1" dirty="0">
                <a:solidFill>
                  <a:srgbClr val="244ABC"/>
                </a:solidFill>
              </a:rPr>
              <a:t> Combi“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1990F3C-49C2-074C-93A9-FFD598DDF89B}"/>
              </a:ext>
            </a:extLst>
          </p:cNvPr>
          <p:cNvSpPr/>
          <p:nvPr/>
        </p:nvSpPr>
        <p:spPr>
          <a:xfrm>
            <a:off x="533682" y="307071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 err="1">
                <a:solidFill>
                  <a:schemeClr val="bg1"/>
                </a:solidFill>
              </a:rPr>
              <a:t>Planning</a:t>
            </a:r>
            <a:r>
              <a:rPr lang="de-DE" dirty="0">
                <a:solidFill>
                  <a:schemeClr val="bg1"/>
                </a:solidFill>
              </a:rPr>
              <a:t> Game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1284164-983F-BB4F-AE88-2889A29CFD65}"/>
              </a:ext>
            </a:extLst>
          </p:cNvPr>
          <p:cNvSpPr/>
          <p:nvPr/>
        </p:nvSpPr>
        <p:spPr>
          <a:xfrm>
            <a:off x="2576022" y="3070713"/>
            <a:ext cx="1868186" cy="780836"/>
          </a:xfrm>
          <a:prstGeom prst="rect">
            <a:avLst/>
          </a:prstGeom>
          <a:solidFill>
            <a:srgbClr val="F0F0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005493"/>
                </a:solidFill>
              </a:rPr>
              <a:t>Technique</a:t>
            </a:r>
            <a:r>
              <a:rPr lang="de-DE" dirty="0">
                <a:solidFill>
                  <a:srgbClr val="005493"/>
                </a:solidFill>
              </a:rPr>
              <a:t>: </a:t>
            </a:r>
          </a:p>
          <a:p>
            <a:pPr algn="ctr"/>
            <a:r>
              <a:rPr lang="de-DE" dirty="0" err="1">
                <a:solidFill>
                  <a:srgbClr val="005493"/>
                </a:solidFill>
              </a:rPr>
              <a:t>Scrum</a:t>
            </a:r>
            <a:endParaRPr lang="de-DE" dirty="0">
              <a:solidFill>
                <a:srgbClr val="005493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47A0E1C-7D45-9A4D-9C6B-B99988BA2BDE}"/>
              </a:ext>
            </a:extLst>
          </p:cNvPr>
          <p:cNvSpPr/>
          <p:nvPr/>
        </p:nvSpPr>
        <p:spPr>
          <a:xfrm>
            <a:off x="4618361" y="307071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Customer on-site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C6AEDDB-484B-5A45-B5D3-EDD6634DAAC6}"/>
              </a:ext>
            </a:extLst>
          </p:cNvPr>
          <p:cNvSpPr/>
          <p:nvPr/>
        </p:nvSpPr>
        <p:spPr>
          <a:xfrm>
            <a:off x="6660701" y="307071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 err="1">
                <a:solidFill>
                  <a:schemeClr val="bg1"/>
                </a:solidFill>
              </a:rPr>
              <a:t>Coding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standards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45E8F5A3-B89C-6745-BDF1-47A954D61261}"/>
              </a:ext>
            </a:extLst>
          </p:cNvPr>
          <p:cNvSpPr/>
          <p:nvPr/>
        </p:nvSpPr>
        <p:spPr>
          <a:xfrm>
            <a:off x="596756" y="4510355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You</a:t>
            </a:r>
            <a:r>
              <a:rPr lang="de-DE" dirty="0">
                <a:solidFill>
                  <a:schemeClr val="bg1"/>
                </a:solidFill>
              </a:rPr>
              <a:t>-track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CA98207-A5B4-E141-AEDD-254F7665B112}"/>
              </a:ext>
            </a:extLst>
          </p:cNvPr>
          <p:cNvSpPr/>
          <p:nvPr/>
        </p:nvSpPr>
        <p:spPr>
          <a:xfrm>
            <a:off x="1611612" y="4510355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Jira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E52BB68-5645-0D4B-BE76-6F9D0453FD3F}"/>
              </a:ext>
            </a:extLst>
          </p:cNvPr>
          <p:cNvSpPr/>
          <p:nvPr/>
        </p:nvSpPr>
        <p:spPr>
          <a:xfrm>
            <a:off x="2626468" y="4510355"/>
            <a:ext cx="790255" cy="780836"/>
          </a:xfrm>
          <a:prstGeom prst="rect">
            <a:avLst/>
          </a:prstGeom>
          <a:solidFill>
            <a:srgbClr val="F0F0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005493"/>
                </a:solidFill>
              </a:rPr>
              <a:t>Wrike</a:t>
            </a:r>
            <a:endParaRPr lang="de-DE" dirty="0">
              <a:solidFill>
                <a:srgbClr val="005493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DCFA1E2-E826-B547-BC69-82BD17203770}"/>
              </a:ext>
            </a:extLst>
          </p:cNvPr>
          <p:cNvSpPr/>
          <p:nvPr/>
        </p:nvSpPr>
        <p:spPr>
          <a:xfrm>
            <a:off x="3641324" y="4507833"/>
            <a:ext cx="790255" cy="780836"/>
          </a:xfrm>
          <a:prstGeom prst="rect">
            <a:avLst/>
          </a:prstGeom>
          <a:solidFill>
            <a:srgbClr val="F0F0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rgbClr val="005493"/>
                </a:solidFill>
              </a:rPr>
              <a:t>Slack</a:t>
            </a:r>
            <a:endParaRPr lang="de-DE" dirty="0">
              <a:solidFill>
                <a:srgbClr val="005493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92725E09-5A4E-934A-9FBF-056DAD2BE242}"/>
              </a:ext>
            </a:extLst>
          </p:cNvPr>
          <p:cNvSpPr/>
          <p:nvPr/>
        </p:nvSpPr>
        <p:spPr>
          <a:xfrm>
            <a:off x="4656180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Order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8947F28-FFE5-0044-87D5-61E3D69FD191}"/>
              </a:ext>
            </a:extLst>
          </p:cNvPr>
          <p:cNvSpPr/>
          <p:nvPr/>
        </p:nvSpPr>
        <p:spPr>
          <a:xfrm>
            <a:off x="5671036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Office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CC0439C-D0DC-B345-8334-7CE0203CD27B}"/>
              </a:ext>
            </a:extLst>
          </p:cNvPr>
          <p:cNvSpPr/>
          <p:nvPr/>
        </p:nvSpPr>
        <p:spPr>
          <a:xfrm>
            <a:off x="6685892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IntelliJ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0BB24282-0C83-2044-8DC9-A776E8244428}"/>
              </a:ext>
            </a:extLst>
          </p:cNvPr>
          <p:cNvSpPr/>
          <p:nvPr/>
        </p:nvSpPr>
        <p:spPr>
          <a:xfrm>
            <a:off x="7700748" y="4507833"/>
            <a:ext cx="790255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Sonar </a:t>
            </a:r>
            <a:r>
              <a:rPr lang="de-DE" dirty="0" err="1">
                <a:solidFill>
                  <a:schemeClr val="bg1"/>
                </a:solidFill>
              </a:rPr>
              <a:t>Lint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29" name="Gerade Verbindung 28">
            <a:extLst>
              <a:ext uri="{FF2B5EF4-FFF2-40B4-BE49-F238E27FC236}">
                <a16:creationId xmlns:a16="http://schemas.microsoft.com/office/drawing/2014/main" id="{11361934-AA51-3440-9B22-CE9ACB8F6457}"/>
              </a:ext>
            </a:extLst>
          </p:cNvPr>
          <p:cNvCxnSpPr>
            <a:cxnSpLocks/>
            <a:stCxn id="6" idx="2"/>
            <a:endCxn id="21" idx="0"/>
          </p:cNvCxnSpPr>
          <p:nvPr/>
        </p:nvCxnSpPr>
        <p:spPr>
          <a:xfrm flipH="1">
            <a:off x="991884" y="3851549"/>
            <a:ext cx="475891" cy="658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31">
            <a:extLst>
              <a:ext uri="{FF2B5EF4-FFF2-40B4-BE49-F238E27FC236}">
                <a16:creationId xmlns:a16="http://schemas.microsoft.com/office/drawing/2014/main" id="{DAA23874-34AE-D141-A48E-1AD4316045BE}"/>
              </a:ext>
            </a:extLst>
          </p:cNvPr>
          <p:cNvCxnSpPr>
            <a:cxnSpLocks/>
            <a:stCxn id="6" idx="2"/>
            <a:endCxn id="22" idx="0"/>
          </p:cNvCxnSpPr>
          <p:nvPr/>
        </p:nvCxnSpPr>
        <p:spPr>
          <a:xfrm>
            <a:off x="1467775" y="3851549"/>
            <a:ext cx="538965" cy="658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621488A8-69D2-FB43-96A4-CEAA56C5C9AA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 flipH="1">
            <a:off x="3021596" y="3851549"/>
            <a:ext cx="488519" cy="6588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37">
            <a:extLst>
              <a:ext uri="{FF2B5EF4-FFF2-40B4-BE49-F238E27FC236}">
                <a16:creationId xmlns:a16="http://schemas.microsoft.com/office/drawing/2014/main" id="{8F223347-C01A-B142-B32D-C54A8DEE96D1}"/>
              </a:ext>
            </a:extLst>
          </p:cNvPr>
          <p:cNvCxnSpPr>
            <a:cxnSpLocks/>
            <a:stCxn id="7" idx="2"/>
            <a:endCxn id="24" idx="0"/>
          </p:cNvCxnSpPr>
          <p:nvPr/>
        </p:nvCxnSpPr>
        <p:spPr>
          <a:xfrm>
            <a:off x="3510115" y="3851549"/>
            <a:ext cx="526337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40">
            <a:extLst>
              <a:ext uri="{FF2B5EF4-FFF2-40B4-BE49-F238E27FC236}">
                <a16:creationId xmlns:a16="http://schemas.microsoft.com/office/drawing/2014/main" id="{872A4B52-B1E9-024B-82AB-101E6C80E0C4}"/>
              </a:ext>
            </a:extLst>
          </p:cNvPr>
          <p:cNvCxnSpPr>
            <a:cxnSpLocks/>
            <a:stCxn id="8" idx="2"/>
            <a:endCxn id="25" idx="0"/>
          </p:cNvCxnSpPr>
          <p:nvPr/>
        </p:nvCxnSpPr>
        <p:spPr>
          <a:xfrm flipH="1">
            <a:off x="5051308" y="3851549"/>
            <a:ext cx="501146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C8A15EF9-6571-1944-AF02-03B33E8E3051}"/>
              </a:ext>
            </a:extLst>
          </p:cNvPr>
          <p:cNvCxnSpPr>
            <a:cxnSpLocks/>
            <a:stCxn id="8" idx="2"/>
            <a:endCxn id="26" idx="0"/>
          </p:cNvCxnSpPr>
          <p:nvPr/>
        </p:nvCxnSpPr>
        <p:spPr>
          <a:xfrm>
            <a:off x="5552454" y="3851549"/>
            <a:ext cx="513710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 Verbindung 46">
            <a:extLst>
              <a:ext uri="{FF2B5EF4-FFF2-40B4-BE49-F238E27FC236}">
                <a16:creationId xmlns:a16="http://schemas.microsoft.com/office/drawing/2014/main" id="{D35D40ED-17B2-2F48-8366-B1AC04D4764E}"/>
              </a:ext>
            </a:extLst>
          </p:cNvPr>
          <p:cNvCxnSpPr>
            <a:cxnSpLocks/>
            <a:stCxn id="9" idx="2"/>
            <a:endCxn id="27" idx="0"/>
          </p:cNvCxnSpPr>
          <p:nvPr/>
        </p:nvCxnSpPr>
        <p:spPr>
          <a:xfrm flipH="1">
            <a:off x="7081020" y="3851549"/>
            <a:ext cx="513774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47">
            <a:extLst>
              <a:ext uri="{FF2B5EF4-FFF2-40B4-BE49-F238E27FC236}">
                <a16:creationId xmlns:a16="http://schemas.microsoft.com/office/drawing/2014/main" id="{A98654B2-943D-EA42-B3C4-018F2B79E1EA}"/>
              </a:ext>
            </a:extLst>
          </p:cNvPr>
          <p:cNvCxnSpPr>
            <a:cxnSpLocks/>
            <a:stCxn id="9" idx="2"/>
            <a:endCxn id="28" idx="0"/>
          </p:cNvCxnSpPr>
          <p:nvPr/>
        </p:nvCxnSpPr>
        <p:spPr>
          <a:xfrm>
            <a:off x="7594794" y="3851549"/>
            <a:ext cx="501082" cy="6562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D7BAE51A-86A9-C143-96A8-ADA232A2AEA6}"/>
              </a:ext>
            </a:extLst>
          </p:cNvPr>
          <p:cNvSpPr txBox="1"/>
          <p:nvPr/>
        </p:nvSpPr>
        <p:spPr>
          <a:xfrm>
            <a:off x="2091887" y="5503771"/>
            <a:ext cx="4960226" cy="714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de-DE" dirty="0"/>
              <a:t>A </a:t>
            </a:r>
            <a:r>
              <a:rPr lang="de-DE" dirty="0" err="1"/>
              <a:t>method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</a:t>
            </a:r>
            <a:r>
              <a:rPr lang="de-DE" dirty="0" err="1"/>
              <a:t>bundle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coordinated</a:t>
            </a:r>
            <a:r>
              <a:rPr lang="de-DE" dirty="0"/>
              <a:t> </a:t>
            </a:r>
            <a:r>
              <a:rPr lang="de-DE" dirty="0" err="1"/>
              <a:t>techniques</a:t>
            </a:r>
            <a:r>
              <a:rPr lang="de-DE" dirty="0"/>
              <a:t>.</a:t>
            </a:r>
          </a:p>
          <a:p>
            <a:pPr algn="ctr">
              <a:lnSpc>
                <a:spcPts val="2500"/>
              </a:lnSpc>
            </a:pPr>
            <a:r>
              <a:rPr lang="de-DE" dirty="0" err="1"/>
              <a:t>Techniques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performed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tools</a:t>
            </a:r>
            <a:r>
              <a:rPr lang="de-DE" dirty="0"/>
              <a:t>.</a:t>
            </a:r>
          </a:p>
        </p:txBody>
      </p:sp>
      <p:cxnSp>
        <p:nvCxnSpPr>
          <p:cNvPr id="94" name="Gewinkelte Verbindung 93">
            <a:extLst>
              <a:ext uri="{FF2B5EF4-FFF2-40B4-BE49-F238E27FC236}">
                <a16:creationId xmlns:a16="http://schemas.microsoft.com/office/drawing/2014/main" id="{47F6DCFE-04E3-0F42-AF31-7D842C4228B0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5400000">
            <a:off x="2621292" y="1120004"/>
            <a:ext cx="797193" cy="3104225"/>
          </a:xfrm>
          <a:prstGeom prst="bentConnector3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winkelte Verbindung 94">
            <a:extLst>
              <a:ext uri="{FF2B5EF4-FFF2-40B4-BE49-F238E27FC236}">
                <a16:creationId xmlns:a16="http://schemas.microsoft.com/office/drawing/2014/main" id="{CC699939-7ED4-BA4A-9D33-34D4B8AD6E3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5400000">
            <a:off x="3642462" y="2141174"/>
            <a:ext cx="797193" cy="106188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Gewinkelte Verbindung 97">
            <a:extLst>
              <a:ext uri="{FF2B5EF4-FFF2-40B4-BE49-F238E27FC236}">
                <a16:creationId xmlns:a16="http://schemas.microsoft.com/office/drawing/2014/main" id="{963EA6B2-9A92-7945-8285-AA3F147FF848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rot="16200000" flipH="1">
            <a:off x="4663631" y="2181889"/>
            <a:ext cx="797193" cy="98045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Gewinkelte Verbindung 100">
            <a:extLst>
              <a:ext uri="{FF2B5EF4-FFF2-40B4-BE49-F238E27FC236}">
                <a16:creationId xmlns:a16="http://schemas.microsoft.com/office/drawing/2014/main" id="{AEE386B0-07D1-2F48-8050-FC7E848B179F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16200000" flipH="1">
            <a:off x="5684801" y="1160719"/>
            <a:ext cx="797193" cy="302279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280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15</a:t>
            </a:fld>
            <a:endParaRPr lang="de-DE" sz="1400" dirty="0"/>
          </a:p>
        </p:txBody>
      </p:sp>
      <p:sp>
        <p:nvSpPr>
          <p:cNvPr id="1088" name="Textfeld 1087">
            <a:extLst>
              <a:ext uri="{FF2B5EF4-FFF2-40B4-BE49-F238E27FC236}">
                <a16:creationId xmlns:a16="http://schemas.microsoft.com/office/drawing/2014/main" id="{89424588-5602-0945-88B2-FE128A52DB4C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/>
              <a:t>Table </a:t>
            </a:r>
            <a:r>
              <a:rPr lang="de-DE" sz="2200" dirty="0" err="1"/>
              <a:t>of</a:t>
            </a:r>
            <a:r>
              <a:rPr lang="de-DE" sz="2200" dirty="0"/>
              <a:t> Contents</a:t>
            </a:r>
          </a:p>
        </p:txBody>
      </p:sp>
      <p:sp>
        <p:nvSpPr>
          <p:cNvPr id="1090" name="Textfeld 1089">
            <a:extLst>
              <a:ext uri="{FF2B5EF4-FFF2-40B4-BE49-F238E27FC236}">
                <a16:creationId xmlns:a16="http://schemas.microsoft.com/office/drawing/2014/main" id="{8FC889D3-C813-4142-9FC8-5723A6C56C81}"/>
              </a:ext>
            </a:extLst>
          </p:cNvPr>
          <p:cNvSpPr txBox="1"/>
          <p:nvPr/>
        </p:nvSpPr>
        <p:spPr>
          <a:xfrm>
            <a:off x="945225" y="1366463"/>
            <a:ext cx="7674795" cy="4469258"/>
          </a:xfrm>
          <a:prstGeom prst="rect">
            <a:avLst/>
          </a:prstGeom>
          <a:noFill/>
        </p:spPr>
        <p:txBody>
          <a:bodyPr wrap="square" lIns="90000" rtlCol="0" anchor="t" anchorCtr="1">
            <a:noAutofit/>
          </a:bodyPr>
          <a:lstStyle/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de-DE" sz="2200" dirty="0" err="1"/>
              <a:t>Fundamentals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Software Engineering </a:t>
            </a:r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de-DE" sz="2200" dirty="0" err="1"/>
              <a:t>Xtreme</a:t>
            </a:r>
            <a:r>
              <a:rPr lang="de-DE" sz="2200" dirty="0"/>
              <a:t> </a:t>
            </a:r>
            <a:r>
              <a:rPr lang="de-DE" sz="2200" dirty="0" err="1"/>
              <a:t>Programming</a:t>
            </a:r>
            <a:r>
              <a:rPr lang="de-DE" sz="2200" dirty="0"/>
              <a:t> (XP)</a:t>
            </a:r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de-DE" sz="2200" dirty="0" err="1"/>
              <a:t>Scrum</a:t>
            </a:r>
            <a:endParaRPr lang="de-DE" sz="2200" dirty="0"/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de-DE" sz="2200" dirty="0" err="1"/>
              <a:t>Youtrack</a:t>
            </a:r>
            <a:endParaRPr lang="de-DE" sz="2200" dirty="0"/>
          </a:p>
        </p:txBody>
      </p:sp>
      <p:sp>
        <p:nvSpPr>
          <p:cNvPr id="6" name="Dreieck 5">
            <a:extLst>
              <a:ext uri="{FF2B5EF4-FFF2-40B4-BE49-F238E27FC236}">
                <a16:creationId xmlns:a16="http://schemas.microsoft.com/office/drawing/2014/main" id="{E09B1B7F-C94C-2C4D-80FC-9825ABC8F3DE}"/>
              </a:ext>
            </a:extLst>
          </p:cNvPr>
          <p:cNvSpPr/>
          <p:nvPr/>
        </p:nvSpPr>
        <p:spPr>
          <a:xfrm rot="5400000">
            <a:off x="1666120" y="3862071"/>
            <a:ext cx="550437" cy="43479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0980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16</a:t>
            </a:fld>
            <a:endParaRPr lang="de-DE" sz="1400" dirty="0"/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3AC75FB3-240D-494C-8C39-C75D17E26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60" y="1066719"/>
            <a:ext cx="7911728" cy="531958"/>
          </a:xfrm>
          <a:prstGeom prst="rect">
            <a:avLst/>
          </a:prstGeom>
          <a:solidFill>
            <a:srgbClr val="F0F01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60000"/>
              </a:prstClr>
            </a:outerShdw>
          </a:effectLst>
        </p:spPr>
        <p:txBody>
          <a:bodyPr wrap="square" lIns="79507" tIns="108000" rIns="79507" bIns="111600">
            <a:spAutoFit/>
          </a:bodyPr>
          <a:lstStyle/>
          <a:p>
            <a:pPr algn="ctr" defTabSz="795338" eaLnBrk="0" hangingPunct="0">
              <a:lnSpc>
                <a:spcPct val="120000"/>
              </a:lnSpc>
              <a:spcBef>
                <a:spcPct val="0"/>
              </a:spcBef>
              <a:defRPr/>
            </a:pPr>
            <a:r>
              <a:rPr lang="de-DE" b="1" dirty="0" err="1"/>
              <a:t>Scrum</a:t>
            </a:r>
            <a:r>
              <a:rPr lang="de-DE" b="1" dirty="0"/>
              <a:t> </a:t>
            </a:r>
            <a:r>
              <a:rPr lang="mr-IN" b="1" dirty="0"/>
              <a:t>–</a:t>
            </a:r>
            <a:r>
              <a:rPr lang="de-DE" b="1" dirty="0"/>
              <a:t> </a:t>
            </a:r>
            <a:r>
              <a:rPr lang="de-DE" dirty="0"/>
              <a:t>The </a:t>
            </a:r>
            <a:r>
              <a:rPr lang="de-DE" dirty="0" err="1"/>
              <a:t>arranged</a:t>
            </a:r>
            <a:r>
              <a:rPr lang="de-DE" dirty="0"/>
              <a:t> </a:t>
            </a:r>
            <a:r>
              <a:rPr lang="de-DE" dirty="0" err="1"/>
              <a:t>crowd</a:t>
            </a:r>
            <a:endParaRPr lang="de-DE" dirty="0"/>
          </a:p>
        </p:txBody>
      </p:sp>
      <p:pic>
        <p:nvPicPr>
          <p:cNvPr id="4" name="Bild 6">
            <a:extLst>
              <a:ext uri="{FF2B5EF4-FFF2-40B4-BE49-F238E27FC236}">
                <a16:creationId xmlns:a16="http://schemas.microsoft.com/office/drawing/2014/main" id="{C4A9182C-5DE0-B34F-867A-5171259D3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813" y="2089526"/>
            <a:ext cx="7136022" cy="331341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13854DF4-E4C5-8045-8718-CE49039C4D7E}"/>
              </a:ext>
            </a:extLst>
          </p:cNvPr>
          <p:cNvSpPr/>
          <p:nvPr/>
        </p:nvSpPr>
        <p:spPr>
          <a:xfrm>
            <a:off x="3130364" y="5567770"/>
            <a:ext cx="317891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 dirty="0"/>
              <a:t>http://</a:t>
            </a:r>
            <a:r>
              <a:rPr lang="de-DE" sz="1400" dirty="0" err="1"/>
              <a:t>scrum-master.de</a:t>
            </a:r>
            <a:r>
              <a:rPr lang="de-DE" sz="1400" dirty="0"/>
              <a:t>/</a:t>
            </a:r>
            <a:r>
              <a:rPr lang="de-DE" sz="1400" dirty="0" err="1"/>
              <a:t>Scrum</a:t>
            </a:r>
            <a:r>
              <a:rPr lang="de-DE" sz="1400" dirty="0"/>
              <a:t>-Glossar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FABDFCC-2D75-204B-9F29-7DAA2C1EE072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Scrum</a:t>
            </a:r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2857677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17</a:t>
            </a:fld>
            <a:endParaRPr lang="de-DE" sz="1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FA83361-D698-AA45-AC03-D977053D193F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Scrum</a:t>
            </a:r>
            <a:endParaRPr lang="de-DE" sz="2200" dirty="0"/>
          </a:p>
        </p:txBody>
      </p:sp>
      <p:pic>
        <p:nvPicPr>
          <p:cNvPr id="6" name="Bild 6">
            <a:extLst>
              <a:ext uri="{FF2B5EF4-FFF2-40B4-BE49-F238E27FC236}">
                <a16:creationId xmlns:a16="http://schemas.microsoft.com/office/drawing/2014/main" id="{754756EF-1EA7-BC4E-841F-34FA8AD1C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910" y="1988840"/>
            <a:ext cx="6164418" cy="3572561"/>
          </a:xfrm>
          <a:prstGeom prst="rect">
            <a:avLst/>
          </a:prstGeom>
        </p:spPr>
      </p:pic>
      <p:sp>
        <p:nvSpPr>
          <p:cNvPr id="7" name="Text Box 24">
            <a:extLst>
              <a:ext uri="{FF2B5EF4-FFF2-40B4-BE49-F238E27FC236}">
                <a16:creationId xmlns:a16="http://schemas.microsoft.com/office/drawing/2014/main" id="{7C1DB1BF-1CEE-A44D-A3C4-5CD988E7F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60" y="5881035"/>
            <a:ext cx="7911728" cy="284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sz="1800" dirty="0" err="1"/>
              <a:t>braintime.de</a:t>
            </a:r>
            <a:endParaRPr lang="de-DE" sz="1800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47632292-4ED7-BE42-BF27-E745D3CF1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60" y="1037724"/>
            <a:ext cx="7911728" cy="531958"/>
          </a:xfrm>
          <a:prstGeom prst="rect">
            <a:avLst/>
          </a:prstGeom>
          <a:solidFill>
            <a:srgbClr val="F0F01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60000"/>
              </a:prstClr>
            </a:outerShdw>
          </a:effectLst>
        </p:spPr>
        <p:txBody>
          <a:bodyPr wrap="square" lIns="79507" tIns="108000" rIns="79507" bIns="111600">
            <a:spAutoFit/>
          </a:bodyPr>
          <a:lstStyle/>
          <a:p>
            <a:pPr algn="ctr" defTabSz="795338" eaLnBrk="0" hangingPunct="0">
              <a:lnSpc>
                <a:spcPct val="120000"/>
              </a:lnSpc>
              <a:spcBef>
                <a:spcPct val="0"/>
              </a:spcBef>
              <a:buFontTx/>
              <a:buNone/>
              <a:defRPr/>
            </a:pPr>
            <a:r>
              <a:rPr lang="de-DE" b="1" dirty="0" err="1"/>
              <a:t>Scrum</a:t>
            </a:r>
            <a:r>
              <a:rPr lang="de-DE" b="1" dirty="0"/>
              <a:t> </a:t>
            </a:r>
            <a:r>
              <a:rPr lang="mr-IN" b="1" dirty="0"/>
              <a:t>–</a:t>
            </a:r>
            <a:r>
              <a:rPr lang="de-DE" b="1" dirty="0"/>
              <a:t> </a:t>
            </a:r>
            <a:r>
              <a:rPr lang="de-DE" b="1" dirty="0" err="1"/>
              <a:t>small</a:t>
            </a:r>
            <a:r>
              <a:rPr lang="de-DE" b="1" dirty="0"/>
              <a:t>, </a:t>
            </a:r>
            <a:r>
              <a:rPr lang="de-DE" b="1" dirty="0" err="1"/>
              <a:t>creative</a:t>
            </a:r>
            <a:r>
              <a:rPr lang="de-DE" b="1" dirty="0"/>
              <a:t>, fast</a:t>
            </a:r>
          </a:p>
        </p:txBody>
      </p:sp>
    </p:spTree>
    <p:extLst>
      <p:ext uri="{BB962C8B-B14F-4D97-AF65-F5344CB8AC3E}">
        <p14:creationId xmlns:p14="http://schemas.microsoft.com/office/powerpoint/2010/main" val="377911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18</a:t>
            </a:fld>
            <a:endParaRPr lang="de-DE" sz="1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FA83361-D698-AA45-AC03-D977053D193F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Scrum</a:t>
            </a:r>
            <a:endParaRPr lang="de-DE" sz="2200" dirty="0"/>
          </a:p>
        </p:txBody>
      </p:sp>
      <p:pic>
        <p:nvPicPr>
          <p:cNvPr id="6" name="Bild 6">
            <a:extLst>
              <a:ext uri="{FF2B5EF4-FFF2-40B4-BE49-F238E27FC236}">
                <a16:creationId xmlns:a16="http://schemas.microsoft.com/office/drawing/2014/main" id="{754756EF-1EA7-BC4E-841F-34FA8AD1C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719" y="2330011"/>
            <a:ext cx="6164418" cy="3572561"/>
          </a:xfrm>
          <a:prstGeom prst="rect">
            <a:avLst/>
          </a:prstGeom>
        </p:spPr>
      </p:pic>
      <p:sp>
        <p:nvSpPr>
          <p:cNvPr id="8" name="Text Box 3">
            <a:extLst>
              <a:ext uri="{FF2B5EF4-FFF2-40B4-BE49-F238E27FC236}">
                <a16:creationId xmlns:a16="http://schemas.microsoft.com/office/drawing/2014/main" id="{47632292-4ED7-BE42-BF27-E745D3CF1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60" y="1120020"/>
            <a:ext cx="7911728" cy="498743"/>
          </a:xfrm>
          <a:prstGeom prst="rect">
            <a:avLst/>
          </a:prstGeom>
          <a:solidFill>
            <a:srgbClr val="F0F01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60000"/>
              </a:prstClr>
            </a:outerShdw>
          </a:effectLst>
        </p:spPr>
        <p:txBody>
          <a:bodyPr wrap="square" lIns="79507" tIns="108000" rIns="79507" bIns="111600">
            <a:spAutoFit/>
          </a:bodyPr>
          <a:lstStyle/>
          <a:p>
            <a:pPr algn="ctr"/>
            <a:r>
              <a:rPr lang="de-DE" b="1" dirty="0"/>
              <a:t>“The </a:t>
            </a:r>
            <a:r>
              <a:rPr lang="de-DE" b="1" dirty="0" err="1"/>
              <a:t>Xtreme</a:t>
            </a:r>
            <a:r>
              <a:rPr lang="de-DE" b="1" dirty="0"/>
              <a:t> </a:t>
            </a:r>
            <a:r>
              <a:rPr lang="de-DE" b="1" dirty="0" err="1"/>
              <a:t>Programming</a:t>
            </a:r>
            <a:r>
              <a:rPr lang="de-DE" b="1" dirty="0"/>
              <a:t> </a:t>
            </a:r>
            <a:r>
              <a:rPr lang="de-DE" b="1" dirty="0" err="1"/>
              <a:t>Scrum</a:t>
            </a:r>
            <a:r>
              <a:rPr lang="de-DE" b="1" dirty="0"/>
              <a:t> Combi“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224EE60-A50D-904E-BC22-77488E85DDBB}"/>
              </a:ext>
            </a:extLst>
          </p:cNvPr>
          <p:cNvSpPr/>
          <p:nvPr/>
        </p:nvSpPr>
        <p:spPr>
          <a:xfrm>
            <a:off x="615113" y="2514983"/>
            <a:ext cx="1710149" cy="71478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 err="1">
                <a:solidFill>
                  <a:schemeClr val="bg1"/>
                </a:solidFill>
              </a:rPr>
              <a:t>Planning</a:t>
            </a:r>
            <a:r>
              <a:rPr lang="de-DE" dirty="0">
                <a:solidFill>
                  <a:schemeClr val="bg1"/>
                </a:solidFill>
              </a:rPr>
              <a:t> Game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D76F0ED-270C-4041-8CB2-B5848E1E22D7}"/>
              </a:ext>
            </a:extLst>
          </p:cNvPr>
          <p:cNvSpPr/>
          <p:nvPr/>
        </p:nvSpPr>
        <p:spPr>
          <a:xfrm>
            <a:off x="2630662" y="195847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Customer on-site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431E9B6-89A1-084A-9704-36E8E6D923B7}"/>
              </a:ext>
            </a:extLst>
          </p:cNvPr>
          <p:cNvSpPr/>
          <p:nvPr/>
        </p:nvSpPr>
        <p:spPr>
          <a:xfrm>
            <a:off x="6516862" y="1983392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 err="1">
                <a:solidFill>
                  <a:schemeClr val="bg1"/>
                </a:solidFill>
              </a:rPr>
              <a:t>Coding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standards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DC7A8E1-48DE-C84D-9DDC-DC5353FF0DBD}"/>
              </a:ext>
            </a:extLst>
          </p:cNvPr>
          <p:cNvCxnSpPr>
            <a:stCxn id="9" idx="2"/>
          </p:cNvCxnSpPr>
          <p:nvPr/>
        </p:nvCxnSpPr>
        <p:spPr>
          <a:xfrm>
            <a:off x="1470188" y="3229765"/>
            <a:ext cx="687796" cy="51927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7B6DDB2-D974-D440-9916-1058163BA6EC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2911793" y="2739309"/>
            <a:ext cx="652962" cy="67542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16F7826E-2591-B840-93C1-E6DB881DD820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564755" y="2739309"/>
            <a:ext cx="753809" cy="67542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CDACD974-199A-0945-BFEA-7DB3BE0A56D7}"/>
              </a:ext>
            </a:extLst>
          </p:cNvPr>
          <p:cNvSpPr/>
          <p:nvPr/>
        </p:nvSpPr>
        <p:spPr>
          <a:xfrm>
            <a:off x="7005913" y="3110847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Technique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Pair </a:t>
            </a:r>
            <a:r>
              <a:rPr lang="de-DE" dirty="0" err="1">
                <a:solidFill>
                  <a:schemeClr val="bg1"/>
                </a:solidFill>
              </a:rPr>
              <a:t>programming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80D583BF-3217-8746-BBA2-7E9CCA6713D8}"/>
              </a:ext>
            </a:extLst>
          </p:cNvPr>
          <p:cNvCxnSpPr>
            <a:cxnSpLocks/>
          </p:cNvCxnSpPr>
          <p:nvPr/>
        </p:nvCxnSpPr>
        <p:spPr>
          <a:xfrm flipH="1">
            <a:off x="6336578" y="2764228"/>
            <a:ext cx="669336" cy="465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B2BEE339-B69E-2641-89EE-5F655A9B9409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6516862" y="3501265"/>
            <a:ext cx="489051" cy="1003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284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19</a:t>
            </a:fld>
            <a:endParaRPr lang="de-DE" sz="1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FA83361-D698-AA45-AC03-D977053D193F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Scrum</a:t>
            </a:r>
            <a:endParaRPr lang="de-DE" sz="2200" dirty="0"/>
          </a:p>
        </p:txBody>
      </p:sp>
      <p:pic>
        <p:nvPicPr>
          <p:cNvPr id="6" name="Bild 6">
            <a:extLst>
              <a:ext uri="{FF2B5EF4-FFF2-40B4-BE49-F238E27FC236}">
                <a16:creationId xmlns:a16="http://schemas.microsoft.com/office/drawing/2014/main" id="{754756EF-1EA7-BC4E-841F-34FA8AD1C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719" y="2330011"/>
            <a:ext cx="6164418" cy="3572561"/>
          </a:xfrm>
          <a:prstGeom prst="rect">
            <a:avLst/>
          </a:prstGeom>
        </p:spPr>
      </p:pic>
      <p:sp>
        <p:nvSpPr>
          <p:cNvPr id="8" name="Text Box 3">
            <a:extLst>
              <a:ext uri="{FF2B5EF4-FFF2-40B4-BE49-F238E27FC236}">
                <a16:creationId xmlns:a16="http://schemas.microsoft.com/office/drawing/2014/main" id="{47632292-4ED7-BE42-BF27-E745D3CF13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60" y="1120020"/>
            <a:ext cx="7911728" cy="498743"/>
          </a:xfrm>
          <a:prstGeom prst="rect">
            <a:avLst/>
          </a:prstGeom>
          <a:solidFill>
            <a:srgbClr val="F0F01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60000"/>
              </a:prstClr>
            </a:outerShdw>
          </a:effectLst>
        </p:spPr>
        <p:txBody>
          <a:bodyPr wrap="square" lIns="79507" tIns="108000" rIns="79507" bIns="111600">
            <a:spAutoFit/>
          </a:bodyPr>
          <a:lstStyle/>
          <a:p>
            <a:pPr algn="ctr"/>
            <a:r>
              <a:rPr lang="de-DE" b="1" dirty="0"/>
              <a:t>“The </a:t>
            </a:r>
            <a:r>
              <a:rPr lang="de-DE" b="1" dirty="0" err="1"/>
              <a:t>Xtreme</a:t>
            </a:r>
            <a:r>
              <a:rPr lang="de-DE" b="1" dirty="0"/>
              <a:t> </a:t>
            </a:r>
            <a:r>
              <a:rPr lang="de-DE" b="1" dirty="0" err="1"/>
              <a:t>Programming</a:t>
            </a:r>
            <a:r>
              <a:rPr lang="de-DE" b="1" dirty="0"/>
              <a:t> </a:t>
            </a:r>
            <a:r>
              <a:rPr lang="de-DE" b="1" dirty="0" err="1"/>
              <a:t>Scrum</a:t>
            </a:r>
            <a:r>
              <a:rPr lang="de-DE" b="1" dirty="0"/>
              <a:t> Combi“</a:t>
            </a:r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224EE60-A50D-904E-BC22-77488E85DDBB}"/>
              </a:ext>
            </a:extLst>
          </p:cNvPr>
          <p:cNvSpPr/>
          <p:nvPr/>
        </p:nvSpPr>
        <p:spPr>
          <a:xfrm>
            <a:off x="615113" y="2514983"/>
            <a:ext cx="1710149" cy="71478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Planning</a:t>
            </a:r>
            <a:r>
              <a:rPr lang="de-DE" dirty="0">
                <a:solidFill>
                  <a:schemeClr val="bg1"/>
                </a:solidFill>
              </a:rPr>
              <a:t> Game:</a:t>
            </a:r>
          </a:p>
          <a:p>
            <a:pPr algn="ctr"/>
            <a:r>
              <a:rPr lang="de-DE" dirty="0" err="1">
                <a:solidFill>
                  <a:schemeClr val="bg1"/>
                </a:solidFill>
              </a:rPr>
              <a:t>Youtrack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D76F0ED-270C-4041-8CB2-B5848E1E22D7}"/>
              </a:ext>
            </a:extLst>
          </p:cNvPr>
          <p:cNvSpPr/>
          <p:nvPr/>
        </p:nvSpPr>
        <p:spPr>
          <a:xfrm>
            <a:off x="2630662" y="1958473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Customer on-site: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Order, Office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431E9B6-89A1-084A-9704-36E8E6D923B7}"/>
              </a:ext>
            </a:extLst>
          </p:cNvPr>
          <p:cNvSpPr/>
          <p:nvPr/>
        </p:nvSpPr>
        <p:spPr>
          <a:xfrm>
            <a:off x="6516862" y="1983392"/>
            <a:ext cx="1868186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bg1"/>
                </a:solidFill>
              </a:rPr>
              <a:t>Coding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standards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 err="1">
                <a:solidFill>
                  <a:schemeClr val="bg1"/>
                </a:solidFill>
              </a:rPr>
              <a:t>IntelliJ</a:t>
            </a:r>
            <a:r>
              <a:rPr lang="de-DE" dirty="0">
                <a:solidFill>
                  <a:schemeClr val="bg1"/>
                </a:solidFill>
              </a:rPr>
              <a:t>, Sonar </a:t>
            </a:r>
            <a:r>
              <a:rPr lang="de-DE" dirty="0" err="1">
                <a:solidFill>
                  <a:schemeClr val="bg1"/>
                </a:solidFill>
              </a:rPr>
              <a:t>Lint</a:t>
            </a: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4DC7A8E1-48DE-C84D-9DDC-DC5353FF0DBD}"/>
              </a:ext>
            </a:extLst>
          </p:cNvPr>
          <p:cNvCxnSpPr>
            <a:stCxn id="9" idx="2"/>
          </p:cNvCxnSpPr>
          <p:nvPr/>
        </p:nvCxnSpPr>
        <p:spPr>
          <a:xfrm>
            <a:off x="1470188" y="3229765"/>
            <a:ext cx="687796" cy="51927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7B6DDB2-D974-D440-9916-1058163BA6EC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2911793" y="2739309"/>
            <a:ext cx="652962" cy="67542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16F7826E-2591-B840-93C1-E6DB881DD820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3564755" y="2739309"/>
            <a:ext cx="753809" cy="67542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CDACD974-199A-0945-BFEA-7DB3BE0A56D7}"/>
              </a:ext>
            </a:extLst>
          </p:cNvPr>
          <p:cNvSpPr/>
          <p:nvPr/>
        </p:nvSpPr>
        <p:spPr>
          <a:xfrm>
            <a:off x="7005912" y="3110847"/>
            <a:ext cx="1969033" cy="780836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Pair </a:t>
            </a:r>
            <a:r>
              <a:rPr lang="de-DE" dirty="0" err="1">
                <a:solidFill>
                  <a:schemeClr val="bg1"/>
                </a:solidFill>
              </a:rPr>
              <a:t>programming</a:t>
            </a:r>
            <a:r>
              <a:rPr lang="de-DE" dirty="0">
                <a:solidFill>
                  <a:schemeClr val="bg1"/>
                </a:solidFill>
              </a:rPr>
              <a:t>:</a:t>
            </a:r>
          </a:p>
          <a:p>
            <a:pPr algn="ctr"/>
            <a:r>
              <a:rPr lang="de-DE" dirty="0">
                <a:solidFill>
                  <a:schemeClr val="bg1"/>
                </a:solidFill>
              </a:rPr>
              <a:t>Team, Buddy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80D583BF-3217-8746-BBA2-7E9CCA6713D8}"/>
              </a:ext>
            </a:extLst>
          </p:cNvPr>
          <p:cNvCxnSpPr>
            <a:cxnSpLocks/>
          </p:cNvCxnSpPr>
          <p:nvPr/>
        </p:nvCxnSpPr>
        <p:spPr>
          <a:xfrm flipH="1">
            <a:off x="6336578" y="2764228"/>
            <a:ext cx="669336" cy="46553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B2BEE339-B69E-2641-89EE-5F655A9B9409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6516864" y="3501265"/>
            <a:ext cx="489048" cy="1003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885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20</a:t>
            </a:fld>
            <a:endParaRPr lang="de-DE" sz="1400" dirty="0"/>
          </a:p>
        </p:txBody>
      </p:sp>
      <p:sp>
        <p:nvSpPr>
          <p:cNvPr id="1088" name="Textfeld 1087">
            <a:extLst>
              <a:ext uri="{FF2B5EF4-FFF2-40B4-BE49-F238E27FC236}">
                <a16:creationId xmlns:a16="http://schemas.microsoft.com/office/drawing/2014/main" id="{89424588-5602-0945-88B2-FE128A52DB4C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/>
              <a:t>Table </a:t>
            </a:r>
            <a:r>
              <a:rPr lang="de-DE" sz="2200" dirty="0" err="1"/>
              <a:t>of</a:t>
            </a:r>
            <a:r>
              <a:rPr lang="de-DE" sz="2200" dirty="0"/>
              <a:t> Contents</a:t>
            </a:r>
          </a:p>
        </p:txBody>
      </p:sp>
      <p:sp>
        <p:nvSpPr>
          <p:cNvPr id="1090" name="Textfeld 1089">
            <a:extLst>
              <a:ext uri="{FF2B5EF4-FFF2-40B4-BE49-F238E27FC236}">
                <a16:creationId xmlns:a16="http://schemas.microsoft.com/office/drawing/2014/main" id="{8FC889D3-C813-4142-9FC8-5723A6C56C81}"/>
              </a:ext>
            </a:extLst>
          </p:cNvPr>
          <p:cNvSpPr txBox="1"/>
          <p:nvPr/>
        </p:nvSpPr>
        <p:spPr>
          <a:xfrm>
            <a:off x="945225" y="1366463"/>
            <a:ext cx="7674795" cy="4469258"/>
          </a:xfrm>
          <a:prstGeom prst="rect">
            <a:avLst/>
          </a:prstGeom>
          <a:noFill/>
        </p:spPr>
        <p:txBody>
          <a:bodyPr wrap="square" lIns="90000" rtlCol="0" anchor="t" anchorCtr="1">
            <a:noAutofit/>
          </a:bodyPr>
          <a:lstStyle/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de-DE" sz="2200" dirty="0" err="1"/>
              <a:t>Fundamentals</a:t>
            </a:r>
            <a:r>
              <a:rPr lang="de-DE" sz="2200" dirty="0"/>
              <a:t> </a:t>
            </a:r>
            <a:r>
              <a:rPr lang="de-DE" sz="2200" dirty="0" err="1"/>
              <a:t>of</a:t>
            </a:r>
            <a:r>
              <a:rPr lang="de-DE" sz="2200" dirty="0"/>
              <a:t> Software Engineering </a:t>
            </a:r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de-DE" sz="2200" dirty="0" err="1"/>
              <a:t>Xtreme</a:t>
            </a:r>
            <a:r>
              <a:rPr lang="de-DE" sz="2200" dirty="0"/>
              <a:t> </a:t>
            </a:r>
            <a:r>
              <a:rPr lang="de-DE" sz="2200" dirty="0" err="1"/>
              <a:t>Programming</a:t>
            </a:r>
            <a:r>
              <a:rPr lang="de-DE" sz="2200" dirty="0"/>
              <a:t> (XP)</a:t>
            </a:r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de-DE" sz="2200" dirty="0" err="1"/>
              <a:t>Scrum</a:t>
            </a:r>
            <a:endParaRPr lang="de-DE" sz="2200" dirty="0"/>
          </a:p>
          <a:p>
            <a:pPr marL="342900" indent="-342900">
              <a:lnSpc>
                <a:spcPct val="300000"/>
              </a:lnSpc>
              <a:buFont typeface="+mj-lt"/>
              <a:buAutoNum type="arabicPeriod"/>
            </a:pPr>
            <a:r>
              <a:rPr lang="de-DE" sz="2200" dirty="0" err="1"/>
              <a:t>Youtrack</a:t>
            </a:r>
            <a:endParaRPr lang="de-DE" sz="2200" dirty="0"/>
          </a:p>
        </p:txBody>
      </p:sp>
      <p:sp>
        <p:nvSpPr>
          <p:cNvPr id="6" name="Dreieck 5">
            <a:extLst>
              <a:ext uri="{FF2B5EF4-FFF2-40B4-BE49-F238E27FC236}">
                <a16:creationId xmlns:a16="http://schemas.microsoft.com/office/drawing/2014/main" id="{E09B1B7F-C94C-2C4D-80FC-9825ABC8F3DE}"/>
              </a:ext>
            </a:extLst>
          </p:cNvPr>
          <p:cNvSpPr/>
          <p:nvPr/>
        </p:nvSpPr>
        <p:spPr>
          <a:xfrm rot="5400000">
            <a:off x="1666120" y="4851889"/>
            <a:ext cx="550437" cy="434798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7076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21</a:t>
            </a:fld>
            <a:endParaRPr lang="de-DE" sz="1400" dirty="0"/>
          </a:p>
        </p:txBody>
      </p:sp>
      <p:sp>
        <p:nvSpPr>
          <p:cNvPr id="1088" name="Textfeld 1087">
            <a:extLst>
              <a:ext uri="{FF2B5EF4-FFF2-40B4-BE49-F238E27FC236}">
                <a16:creationId xmlns:a16="http://schemas.microsoft.com/office/drawing/2014/main" id="{89424588-5602-0945-88B2-FE128A52DB4C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Youtrack</a:t>
            </a:r>
            <a:endParaRPr lang="de-DE" sz="2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CEF816F-BC8F-9B48-AE3F-096054D78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406" y="1823826"/>
            <a:ext cx="3562285" cy="3562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24">
            <a:extLst>
              <a:ext uri="{FF2B5EF4-FFF2-40B4-BE49-F238E27FC236}">
                <a16:creationId xmlns:a16="http://schemas.microsoft.com/office/drawing/2014/main" id="{B32BC5E5-1249-D644-B207-704AD461D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60" y="5805619"/>
            <a:ext cx="7911728" cy="284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9507" tIns="3600" rIns="79507" bIns="3600">
            <a:spAutoFit/>
          </a:bodyPr>
          <a:lstStyle/>
          <a:p>
            <a:pPr algn="ctr" defTabSz="795338" eaLnBrk="0" hangingPunct="0">
              <a:spcBef>
                <a:spcPct val="0"/>
              </a:spcBef>
              <a:buFontTx/>
              <a:buNone/>
            </a:pPr>
            <a:r>
              <a:rPr lang="de-DE" dirty="0" err="1"/>
              <a:t>jetbrains.com</a:t>
            </a:r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4269540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DCFBBE-684F-FB41-81ED-D3BBBCA68C22}"/>
              </a:ext>
            </a:extLst>
          </p:cNvPr>
          <p:cNvSpPr txBox="1">
            <a:spLocks/>
          </p:cNvSpPr>
          <p:nvPr/>
        </p:nvSpPr>
        <p:spPr>
          <a:xfrm>
            <a:off x="556695" y="1889832"/>
            <a:ext cx="7957457" cy="1876262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5000"/>
              </a:lnSpc>
              <a:spcAft>
                <a:spcPts val="1200"/>
              </a:spcAft>
            </a:pPr>
            <a:r>
              <a:rPr lang="en-US" sz="3200" dirty="0">
                <a:latin typeface="+mn-lt"/>
              </a:rPr>
              <a:t>Software development with Xtreme Programming, Scrum and </a:t>
            </a:r>
            <a:r>
              <a:rPr lang="en-US" sz="3200" dirty="0" err="1">
                <a:latin typeface="+mn-lt"/>
              </a:rPr>
              <a:t>Youtrack</a:t>
            </a:r>
            <a:endParaRPr lang="en-US" sz="3200" dirty="0">
              <a:latin typeface="+mn-lt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FF7929A-F9FA-5F4F-A6C1-7622F8388FFA}"/>
              </a:ext>
            </a:extLst>
          </p:cNvPr>
          <p:cNvSpPr txBox="1">
            <a:spLocks/>
          </p:cNvSpPr>
          <p:nvPr/>
        </p:nvSpPr>
        <p:spPr>
          <a:xfrm>
            <a:off x="1143000" y="4407518"/>
            <a:ext cx="6858000" cy="445068"/>
          </a:xfrm>
          <a:prstGeom prst="rect">
            <a:avLst/>
          </a:prstGeom>
          <a:noFill/>
          <a:effectLst/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Software Engineering I – Fabian </a:t>
            </a:r>
            <a:r>
              <a:rPr lang="de-DE" dirty="0" err="1"/>
              <a:t>Schwickert</a:t>
            </a:r>
            <a:endParaRPr lang="en-US" dirty="0"/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D2F5F5F4-5BD9-434B-8738-F640A5B807B8}"/>
              </a:ext>
            </a:extLst>
          </p:cNvPr>
          <p:cNvCxnSpPr>
            <a:cxnSpLocks/>
          </p:cNvCxnSpPr>
          <p:nvPr/>
        </p:nvCxnSpPr>
        <p:spPr>
          <a:xfrm>
            <a:off x="2062549" y="3930478"/>
            <a:ext cx="501890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1B234312-B0BD-4B47-9B94-86E0A14189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21" t="21564" r="4719" b="21795"/>
          <a:stretch/>
        </p:blipFill>
        <p:spPr>
          <a:xfrm>
            <a:off x="3229643" y="674616"/>
            <a:ext cx="2538406" cy="1147584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CB4E1B6C-0110-4840-9862-9A5A99809C18}"/>
              </a:ext>
            </a:extLst>
          </p:cNvPr>
          <p:cNvSpPr txBox="1">
            <a:spLocks/>
          </p:cNvSpPr>
          <p:nvPr/>
        </p:nvSpPr>
        <p:spPr>
          <a:xfrm>
            <a:off x="3229643" y="4947211"/>
            <a:ext cx="2611560" cy="445068"/>
          </a:xfrm>
          <a:prstGeom prst="rect">
            <a:avLst/>
          </a:prstGeom>
          <a:noFill/>
          <a:effectLst/>
        </p:spPr>
        <p:txBody>
          <a:bodyPr anchor="ctr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29</a:t>
            </a:r>
            <a:r>
              <a:rPr lang="en-US" baseline="30000" dirty="0"/>
              <a:t>th</a:t>
            </a:r>
            <a:r>
              <a:rPr lang="en-US" dirty="0"/>
              <a:t> October 2020</a:t>
            </a:r>
          </a:p>
        </p:txBody>
      </p:sp>
    </p:spTree>
    <p:extLst>
      <p:ext uri="{BB962C8B-B14F-4D97-AF65-F5344CB8AC3E}">
        <p14:creationId xmlns:p14="http://schemas.microsoft.com/office/powerpoint/2010/main" val="2667262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35BE36D-9786-474B-8B37-699633B82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0CB4078-9F56-DD45-BCAD-AB9C14C5FED1}" type="slidenum">
              <a:rPr lang="de-DE" smtClean="0"/>
              <a:pPr/>
              <a:t>23</a:t>
            </a:fld>
            <a:endParaRPr lang="de-DE" sz="14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54CEDCC-BF97-BE4F-BF05-2E12F0125AEF}"/>
              </a:ext>
            </a:extLst>
          </p:cNvPr>
          <p:cNvSpPr txBox="1"/>
          <p:nvPr/>
        </p:nvSpPr>
        <p:spPr>
          <a:xfrm>
            <a:off x="1243173" y="267127"/>
            <a:ext cx="75412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200" dirty="0" err="1"/>
              <a:t>Sources</a:t>
            </a:r>
            <a:endParaRPr lang="de-DE" sz="22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38E484C-56D9-1940-B08E-5C6D80966490}"/>
              </a:ext>
            </a:extLst>
          </p:cNvPr>
          <p:cNvSpPr txBox="1"/>
          <p:nvPr/>
        </p:nvSpPr>
        <p:spPr>
          <a:xfrm>
            <a:off x="658300" y="1362456"/>
            <a:ext cx="8235764" cy="4389120"/>
          </a:xfrm>
          <a:prstGeom prst="rect">
            <a:avLst/>
          </a:prstGeom>
          <a:noFill/>
        </p:spPr>
        <p:txBody>
          <a:bodyPr wrap="square" lIns="90000" rtlCol="0" anchor="ctr" anchorCtr="0">
            <a:noAutofit/>
          </a:bodyPr>
          <a:lstStyle/>
          <a:p>
            <a:pPr marL="342900" indent="-342900">
              <a:lnSpc>
                <a:spcPts val="3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de-DE" dirty="0" err="1"/>
              <a:t>Schwickert</a:t>
            </a:r>
            <a:r>
              <a:rPr lang="de-DE" dirty="0"/>
              <a:t>, Axel; Schick, Lukas: Systems Engineering – Vorlesung zur Wirtschaftsinformatik im Master-Studium, Prof. Dr. Axel </a:t>
            </a:r>
            <a:r>
              <a:rPr lang="de-DE" dirty="0" err="1"/>
              <a:t>Schwickert</a:t>
            </a:r>
            <a:r>
              <a:rPr lang="de-DE" dirty="0"/>
              <a:t> (Ed.), Justus-Liebig-Universität Gießen, Wintersemester 19/20.</a:t>
            </a:r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de-DE" dirty="0" err="1"/>
              <a:t>Briantime.de</a:t>
            </a:r>
            <a:r>
              <a:rPr lang="de-DE" dirty="0"/>
              <a:t> (Ed.): </a:t>
            </a:r>
            <a:r>
              <a:rPr lang="de-DE" dirty="0" err="1"/>
              <a:t>Scrum</a:t>
            </a:r>
            <a:r>
              <a:rPr lang="de-DE" dirty="0"/>
              <a:t> kompakt, https://www.braintime.de/methoden/ueberblick-scrum-beratung/scrum-grundlagen-kompakt/, </a:t>
            </a:r>
            <a:r>
              <a:rPr lang="de-DE" dirty="0" err="1"/>
              <a:t>retrieved</a:t>
            </a:r>
            <a:r>
              <a:rPr lang="de-DE" dirty="0"/>
              <a:t> on 25.10.2020.</a:t>
            </a:r>
          </a:p>
          <a:p>
            <a:pPr marL="342900" indent="-342900">
              <a:lnSpc>
                <a:spcPts val="3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de-DE" dirty="0"/>
              <a:t>Kent Beck et al.: </a:t>
            </a:r>
            <a:r>
              <a:rPr lang="de-DE" dirty="0" err="1"/>
              <a:t>Manifesto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Agile Software Development, </a:t>
            </a:r>
            <a:r>
              <a:rPr lang="de-DE" dirty="0" err="1"/>
              <a:t>agilemanifesto.org</a:t>
            </a:r>
            <a:r>
              <a:rPr lang="de-DE" dirty="0"/>
              <a:t> (Ed.), 2001, https://agilemanifesto.org, </a:t>
            </a:r>
            <a:r>
              <a:rPr lang="de-DE" dirty="0" err="1"/>
              <a:t>retrieved</a:t>
            </a:r>
            <a:r>
              <a:rPr lang="de-DE" dirty="0"/>
              <a:t> on 25.10.2020.</a:t>
            </a:r>
          </a:p>
        </p:txBody>
      </p:sp>
    </p:spTree>
    <p:extLst>
      <p:ext uri="{BB962C8B-B14F-4D97-AF65-F5344CB8AC3E}">
        <p14:creationId xmlns:p14="http://schemas.microsoft.com/office/powerpoint/2010/main" val="490577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1025</Words>
  <Application>Microsoft Macintosh PowerPoint</Application>
  <PresentationFormat>Bildschirmpräsentation (4:3)</PresentationFormat>
  <Paragraphs>290</Paragraphs>
  <Slides>23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 3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Fabian Schwickert</dc:creator>
  <cp:lastModifiedBy>Fabian Schwickert</cp:lastModifiedBy>
  <cp:revision>105</cp:revision>
  <cp:lastPrinted>2020-10-28T14:55:45Z</cp:lastPrinted>
  <dcterms:created xsi:type="dcterms:W3CDTF">2020-10-24T14:06:49Z</dcterms:created>
  <dcterms:modified xsi:type="dcterms:W3CDTF">2020-10-30T13:17:58Z</dcterms:modified>
</cp:coreProperties>
</file>